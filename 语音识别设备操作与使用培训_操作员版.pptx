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2" r:id="rId3"/>
  </p:sldMasterIdLst>
  <p:notesMasterIdLst>
    <p:notesMasterId r:id="rId5"/>
  </p:notesMasterIdLst>
  <p:sldIdLst>
    <p:sldId id="472" r:id="rId4"/>
    <p:sldId id="1137" r:id="rId6"/>
    <p:sldId id="1175" r:id="rId7"/>
    <p:sldId id="496" r:id="rId8"/>
    <p:sldId id="1176" r:id="rId9"/>
    <p:sldId id="1177" r:id="rId10"/>
    <p:sldId id="1178" r:id="rId11"/>
    <p:sldId id="1106" r:id="rId12"/>
    <p:sldId id="1180" r:id="rId13"/>
    <p:sldId id="1182" r:id="rId14"/>
    <p:sldId id="1179" r:id="rId15"/>
    <p:sldId id="1181" r:id="rId16"/>
    <p:sldId id="1183" r:id="rId17"/>
    <p:sldId id="1184" r:id="rId18"/>
    <p:sldId id="1185" r:id="rId19"/>
    <p:sldId id="1186" r:id="rId20"/>
    <p:sldId id="1171" r:id="rId21"/>
    <p:sldId id="1187" r:id="rId22"/>
    <p:sldId id="1172" r:id="rId23"/>
    <p:sldId id="1188" r:id="rId24"/>
    <p:sldId id="1189" r:id="rId25"/>
    <p:sldId id="1170" r:id="rId26"/>
    <p:sldId id="1136" r:id="rId27"/>
    <p:sldId id="484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3" userDrawn="1">
          <p15:clr>
            <a:srgbClr val="A4A3A4"/>
          </p15:clr>
        </p15:guide>
        <p15:guide id="2" pos="2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7B8"/>
    <a:srgbClr val="7F7F7F"/>
    <a:srgbClr val="166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4" autoAdjust="0"/>
    <p:restoredTop sz="85242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544" y="60"/>
      </p:cViewPr>
      <p:guideLst>
        <p:guide orient="horz" pos="1633"/>
        <p:guide pos="28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customXml" Target="../customXml/item3.xml"/><Relationship Id="rId33" Type="http://schemas.openxmlformats.org/officeDocument/2006/relationships/customXml" Target="../customXml/item2.xml"/><Relationship Id="rId32" Type="http://schemas.openxmlformats.org/officeDocument/2006/relationships/customXml" Target="../customXml/item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77482-AAB8-43C1-8407-22C46EE7F8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FBB7B-6DAE-4DE6-A474-51B2AB599B0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FBB7B-6DAE-4DE6-A474-51B2AB599B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B99-7C3F-4BC3-B7B8-7E1F8C620B2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91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任意多边形 2"/>
          <p:cNvSpPr/>
          <p:nvPr userDrawn="1"/>
        </p:nvSpPr>
        <p:spPr>
          <a:xfrm>
            <a:off x="15229" y="2"/>
            <a:ext cx="7924801" cy="5143499"/>
          </a:xfrm>
          <a:custGeom>
            <a:avLst/>
            <a:gdLst>
              <a:gd name="connsiteX0" fmla="*/ 0 w 12192000"/>
              <a:gd name="connsiteY0" fmla="*/ 0 h 6857999"/>
              <a:gd name="connsiteX1" fmla="*/ 2078821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2078821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gradFill flip="none" rotWithShape="1">
            <a:gsLst>
              <a:gs pos="11000">
                <a:srgbClr val="F6FBEF">
                  <a:alpha val="0"/>
                </a:srgbClr>
              </a:gs>
              <a:gs pos="100000">
                <a:schemeClr val="bg1">
                  <a:alpha val="13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39354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 userDrawn="1"/>
        </p:nvSpPr>
        <p:spPr>
          <a:xfrm>
            <a:off x="8180785" y="1035844"/>
            <a:ext cx="419100" cy="361950"/>
          </a:xfrm>
          <a:prstGeom prst="hexagon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六边形 5"/>
          <p:cNvSpPr/>
          <p:nvPr userDrawn="1"/>
        </p:nvSpPr>
        <p:spPr>
          <a:xfrm>
            <a:off x="8018860" y="3494485"/>
            <a:ext cx="796528" cy="686990"/>
          </a:xfrm>
          <a:prstGeom prst="hexagon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7" name="六边形 6"/>
          <p:cNvSpPr/>
          <p:nvPr userDrawn="1"/>
        </p:nvSpPr>
        <p:spPr>
          <a:xfrm>
            <a:off x="925116" y="2095501"/>
            <a:ext cx="1023938" cy="882254"/>
          </a:xfrm>
          <a:prstGeom prst="hexagon">
            <a:avLst/>
          </a:prstGeom>
          <a:solidFill>
            <a:schemeClr val="bg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8" name="六边形 7"/>
          <p:cNvSpPr/>
          <p:nvPr userDrawn="1"/>
        </p:nvSpPr>
        <p:spPr>
          <a:xfrm>
            <a:off x="2484837" y="2139555"/>
            <a:ext cx="1128713" cy="972740"/>
          </a:xfrm>
          <a:prstGeom prst="hexagon">
            <a:avLst/>
          </a:prstGeom>
          <a:solidFill>
            <a:schemeClr val="bg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9" name="椭圆 8"/>
          <p:cNvSpPr/>
          <p:nvPr userDrawn="1"/>
        </p:nvSpPr>
        <p:spPr>
          <a:xfrm>
            <a:off x="971155" y="1860224"/>
            <a:ext cx="1057961" cy="1057961"/>
          </a:xfrm>
          <a:prstGeom prst="ellipse">
            <a:avLst/>
          </a:prstGeom>
          <a:solidFill>
            <a:schemeClr val="bg1">
              <a:alpha val="19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0" name="椭圆 9"/>
          <p:cNvSpPr/>
          <p:nvPr userDrawn="1"/>
        </p:nvSpPr>
        <p:spPr>
          <a:xfrm>
            <a:off x="3977630" y="1075200"/>
            <a:ext cx="939521" cy="939521"/>
          </a:xfrm>
          <a:prstGeom prst="ellipse">
            <a:avLst/>
          </a:prstGeom>
          <a:solidFill>
            <a:schemeClr val="bg1">
              <a:alpha val="39000"/>
            </a:schemeClr>
          </a:solidFill>
          <a:ln>
            <a:noFill/>
          </a:ln>
          <a:effectLst>
            <a:softEdge rad="368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1" name="椭圆 10"/>
          <p:cNvSpPr/>
          <p:nvPr userDrawn="1"/>
        </p:nvSpPr>
        <p:spPr>
          <a:xfrm>
            <a:off x="5728523" y="1326823"/>
            <a:ext cx="533400" cy="533400"/>
          </a:xfrm>
          <a:prstGeom prst="ellipse">
            <a:avLst/>
          </a:prstGeom>
          <a:solidFill>
            <a:schemeClr val="bg1">
              <a:alpha val="55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2" name="椭圆 11"/>
          <p:cNvSpPr/>
          <p:nvPr userDrawn="1"/>
        </p:nvSpPr>
        <p:spPr>
          <a:xfrm>
            <a:off x="4799554" y="2981737"/>
            <a:ext cx="1058547" cy="1058547"/>
          </a:xfrm>
          <a:prstGeom prst="ellipse">
            <a:avLst/>
          </a:prstGeom>
          <a:solidFill>
            <a:schemeClr val="bg1">
              <a:alpha val="23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3" name="椭圆 12"/>
          <p:cNvSpPr/>
          <p:nvPr userDrawn="1"/>
        </p:nvSpPr>
        <p:spPr>
          <a:xfrm>
            <a:off x="7802163" y="2977610"/>
            <a:ext cx="533400" cy="5334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4" name="椭圆 13"/>
          <p:cNvSpPr/>
          <p:nvPr userDrawn="1"/>
        </p:nvSpPr>
        <p:spPr>
          <a:xfrm>
            <a:off x="1794473" y="2487823"/>
            <a:ext cx="1249412" cy="1249412"/>
          </a:xfrm>
          <a:prstGeom prst="ellipse">
            <a:avLst/>
          </a:prstGeom>
          <a:solidFill>
            <a:schemeClr val="bg1">
              <a:alpha val="11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5" name="椭圆 14"/>
          <p:cNvSpPr/>
          <p:nvPr userDrawn="1"/>
        </p:nvSpPr>
        <p:spPr>
          <a:xfrm>
            <a:off x="5257778" y="3458282"/>
            <a:ext cx="621539" cy="621539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" t="8079" r="5977" b="8528"/>
          <a:stretch>
            <a:fillRect/>
          </a:stretch>
        </p:blipFill>
        <p:spPr>
          <a:xfrm>
            <a:off x="7366047" y="47314"/>
            <a:ext cx="1636089" cy="452633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17" name="矩形 16"/>
          <p:cNvSpPr/>
          <p:nvPr userDrawn="1"/>
        </p:nvSpPr>
        <p:spPr>
          <a:xfrm>
            <a:off x="0" y="4752976"/>
            <a:ext cx="9144000" cy="390525"/>
          </a:xfrm>
          <a:prstGeom prst="rect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-52388" y="4752975"/>
            <a:ext cx="91963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任意多边形 18"/>
          <p:cNvSpPr/>
          <p:nvPr userDrawn="1"/>
        </p:nvSpPr>
        <p:spPr>
          <a:xfrm>
            <a:off x="4301729" y="4872038"/>
            <a:ext cx="540544" cy="277416"/>
          </a:xfrm>
          <a:custGeom>
            <a:avLst/>
            <a:gdLst>
              <a:gd name="connsiteX0" fmla="*/ 388866 w 777732"/>
              <a:gd name="connsiteY0" fmla="*/ 0 h 400413"/>
              <a:gd name="connsiteX1" fmla="*/ 777732 w 777732"/>
              <a:gd name="connsiteY1" fmla="*/ 388866 h 400413"/>
              <a:gd name="connsiteX2" fmla="*/ 776568 w 777732"/>
              <a:gd name="connsiteY2" fmla="*/ 400413 h 400413"/>
              <a:gd name="connsiteX3" fmla="*/ 1164 w 777732"/>
              <a:gd name="connsiteY3" fmla="*/ 400413 h 400413"/>
              <a:gd name="connsiteX4" fmla="*/ 0 w 777732"/>
              <a:gd name="connsiteY4" fmla="*/ 388866 h 400413"/>
              <a:gd name="connsiteX5" fmla="*/ 388866 w 777732"/>
              <a:gd name="connsiteY5" fmla="*/ 0 h 40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732" h="400413">
                <a:moveTo>
                  <a:pt x="388866" y="0"/>
                </a:moveTo>
                <a:cubicBezTo>
                  <a:pt x="603631" y="0"/>
                  <a:pt x="777732" y="174101"/>
                  <a:pt x="777732" y="388866"/>
                </a:cubicBezTo>
                <a:lnTo>
                  <a:pt x="776568" y="400413"/>
                </a:lnTo>
                <a:lnTo>
                  <a:pt x="1164" y="400413"/>
                </a:lnTo>
                <a:lnTo>
                  <a:pt x="0" y="388866"/>
                </a:lnTo>
                <a:cubicBezTo>
                  <a:pt x="0" y="174101"/>
                  <a:pt x="174101" y="0"/>
                  <a:pt x="388866" y="0"/>
                </a:cubicBezTo>
                <a:close/>
              </a:path>
            </a:pathLst>
          </a:cu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0" name="圆角矩形 19"/>
          <p:cNvSpPr/>
          <p:nvPr userDrawn="1"/>
        </p:nvSpPr>
        <p:spPr>
          <a:xfrm>
            <a:off x="135731" y="635795"/>
            <a:ext cx="8872538" cy="4027885"/>
          </a:xfrm>
          <a:prstGeom prst="roundRect">
            <a:avLst>
              <a:gd name="adj" fmla="val 3811"/>
            </a:avLst>
          </a:prstGeom>
          <a:solidFill>
            <a:schemeClr val="bg1">
              <a:alpha val="51000"/>
            </a:schemeClr>
          </a:solidFill>
          <a:ln>
            <a:solidFill>
              <a:schemeClr val="bg1">
                <a:alpha val="6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  <p:transition advTm="20967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7460378" y="4848447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727D3B-1B81-5549-9B2F-B47ED2EA5FA0}" type="slidenum">
              <a:rPr kumimoji="1" lang="en-US" altLang="zh-CN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4829908"/>
            <a:ext cx="9144000" cy="313592"/>
          </a:xfrm>
          <a:prstGeom prst="rect">
            <a:avLst/>
          </a:prstGeom>
          <a:solidFill>
            <a:srgbClr val="2E67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rgbClr val="0066FB"/>
              </a:solidFill>
            </a:endParaRPr>
          </a:p>
        </p:txBody>
      </p:sp>
      <p:cxnSp>
        <p:nvCxnSpPr>
          <p:cNvPr id="12" name="直线连接符 11"/>
          <p:cNvCxnSpPr/>
          <p:nvPr userDrawn="1"/>
        </p:nvCxnSpPr>
        <p:spPr>
          <a:xfrm>
            <a:off x="81003" y="540000"/>
            <a:ext cx="899099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7460378" y="4848447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727D3B-1B81-5549-9B2F-B47ED2EA5FA0}" type="slidenum">
              <a:rPr kumimoji="1" lang="en-US" altLang="zh-CN" smtClean="0"/>
            </a:fld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6381" y="55045"/>
            <a:ext cx="1465621" cy="4470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4.xml"/><Relationship Id="rId6" Type="http://schemas.openxmlformats.org/officeDocument/2006/relationships/themeOverride" Target="../theme/themeOverride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4" name="图片 3" descr="PPT-03.jpg"/>
          <ns0:cNvPicPr>
            <ns1:picLocks noChangeAspect="1"/>
          </ns0:cNvPicPr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4515"/>
            <ns1:ext cx="9235440" cy="5199553"/>
          </ns1:xfrm>
          <ns1:prstGeom prst="rect">
            <ns1:avLst/>
          </ns1:prstGeom>
        </ns0:spPr>
      </ns0:pic>
      <ns0:sp>
        <ns0:nvSpPr>
          <ns0:cNvPr id="8" name="标题 1"/>
          <ns0:cNvSpPr txBox="1"/>
          <ns0:nvPr/>
        </ns0:nvSpPr>
        <ns0:spPr>
          <ns1:xfrm>
            <ns1:off x="0" y="1654175"/>
            <ns1:ext cx="9234805" cy="855345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Autofit/>
          </ns1:bodyPr>
          <ns1:lstStyle>
            <ns1:lvl1pPr algn="ctr" defTabSz="457200" rtl="0" eaLnBrk="1" latinLnBrk="0" hangingPunct="1">
              <ns1:spcBef>
                <ns1:spcPct val="0"/>
              </ns1:spcBef>
              <ns1:buNone/>
              <ns1:defRPr sz="4400" kern="1200">
                <ns1:solidFill>
                  <ns1:schemeClr val="tx1"/>
                </ns1:solidFill>
                <ns1:latin typeface="+mj-lt"/>
                <ns1:ea typeface="+mj-ea"/>
                <ns1:cs typeface="+mj-cs"/>
              </ns1:defRPr>
            </ns1:lvl1pPr>
          </ns1:lstStyle>
          <ns1:p>
            <ns1:pPr algn="ctr"/>
            <ns1:r>
              <ns1:rPr kumimoji="1" lang="zh-CN" altLang="en-US" sz="32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语音识别设备操作与使用培训</ns1:t>
            </ns1:r>
            <ns1:endParaRPr kumimoji="1" lang="zh-CN" altLang="en-US" sz="32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3" name="矩形 12"/>
          <ns0:cNvSpPr/>
          <ns0:nvPr/>
        </ns0:nvSpPr>
        <ns0:spPr>
          <ns1:xfrm>
            <ns1:off x="0" y="2616200"/>
            <ns1:ext cx="9234805" cy="429895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ctr"/>
            <ns1:r>
              <ns1:rPr kumimoji="1" lang="zh-CN" altLang="en-US" sz="2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培训对象：系统操作员</ns1:t>
            </ns1:r>
            <ns1:endParaRPr lang="zh-CN" altLang="en-US" sz="2200" dirty="0"/>
          </ns1:p>
        </ns0:txBody>
      </ns0:sp>
      <ns0:sp>
        <ns0:nvSpPr>
          <ns0:cNvPr id="14" name="矩形 13"/>
          <ns0:cNvSpPr/>
          <ns0:nvPr/>
        </ns0:nvSpPr>
        <ns0:spPr>
          <ns1:xfrm>
            <ns1:off x="-635" y="3103880"/>
            <ns1:ext cx="9235440" cy="429895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algn="ctr">
              <ns1:buClrTx/>
              <ns1:buSzTx/>
              <ns1:buFontTx/>
            </ns1:pPr>
            <ns1:r>
              <ns1:rPr kumimoji="1" lang="zh-CN" altLang="en-US" sz="2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培训日期：2026.3.14</ns1:t>
            </ns1:r>
            <ns1:endParaRPr kumimoji="1" lang="zh-CN" altLang="en-US" sz="220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2" name="图片 1"/>
          <ns0:cNvPicPr/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7429500" y="619125"/>
            <ns1:ext cx="1047750" cy="104775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openxmlformats.org/markup-compatibility/2006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5" name="矩形 34"/>
          <ns0:cNvSpPr/>
          <ns0:nvPr/>
        </ns0:nvSpPr>
        <ns0:spPr bwMode="auto">
          <ns1:xfrm>
            <ns1:off x="2" y="0"/>
            <ns1:ext cx="4419601" cy="5143500"/>
          </ns1:xfrm>
          <ns1:prstGeom prst="rect">
            <ns1:avLst/>
          </ns1:prstGeom>
          <ns1:solidFill>
            <ns1:schemeClr val="accent1">
              <ns1:alpha val="8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7" name="矩形 46"/>
          <ns0:cNvSpPr/>
          <ns0:nvPr/>
        </ns0:nvSpPr>
        <ns0:spPr bwMode="auto">
          <ns1:xfrm rot="5400000" flipV="1">
            <ns1:off x="1402556" y="-1402554"/>
            <ns1:ext cx="928688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8" name="矩形 37"/>
          <ns0:cNvSpPr/>
          <ns0:nvPr/>
        </ns0:nvSpPr>
        <ns0:spPr bwMode="auto">
          <ns1:xfrm rot="5400000">
            <ns1:off x="1409697" y="2819402"/>
            <ns1:ext cx="914401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grpSp>
        <ns0:nvGrpSpPr>
          <ns0:cNvPr id="53" name="组合 52"/>
          <ns0:cNvGrpSpPr/>
          <ns0:nvPr/>
        </ns0:nvGrpSpPr>
        <ns0:grpSpPr>
          <ns1:xfrm>
            <ns1:off x="1143000" y="802670"/>
            <ns1:ext cx="2065538" cy="3485243"/>
            <ns1:chOff x="0" y="1111187"/>
            <ns1:chExt cx="2754050" cy="4646991"/>
          </ns1:xfrm>
        </ns0:grpSpPr>
        <ns0:sp>
          <ns0:nvSpPr>
            <ns0:cNvPr id="48" name="椭圆 47"/>
            <ns0:cNvSpPr/>
            <ns0:nvPr/>
          </ns0:nvSpPr>
          <ns0:spPr>
            <ns1:xfrm>
              <ns1:off x="2450246" y="4863799"/>
              <ns1:ext cx="200570" cy="200570"/>
            </ns1:xfrm>
            <ns1:prstGeom prst="ellipse">
              <ns1:avLst/>
            </ns1:prstGeom>
            <ns1:solidFill>
              <ns1:schemeClr val="bg1">
                <ns1:alpha val="26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49" name="椭圆 48"/>
            <ns0:cNvSpPr/>
            <ns0:nvPr/>
          </ns0:nvSpPr>
          <ns0:spPr>
            <ns1:xfrm>
              <ns1:off x="0" y="1111187"/>
              <ns1:ext cx="312134" cy="312134"/>
            </ns1:xfrm>
            <ns1:prstGeom prst="ellipse">
              <ns1:avLst/>
            </ns1:prstGeom>
            <ns1:solidFill>
              <ns1:schemeClr val="bg1">
                <ns1:alpha val="13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50" name="椭圆 49"/>
            <ns0:cNvSpPr/>
            <ns0:nvPr/>
          </ns0:nvSpPr>
          <ns0:spPr>
            <ns1:xfrm>
              <ns1:off x="1114320" y="1611397"/>
              <ns1:ext cx="904679" cy="904679"/>
            </ns1:xfrm>
            <ns1:prstGeom prst="ellipse">
              <ns1:avLst/>
            </ns1:prstGeom>
            <ns1:solidFill>
              <ns1:schemeClr val="bg1">
                <ns1:alpha val="7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51" name="椭圆 50"/>
            <ns0:cNvSpPr/>
            <ns0:nvPr/>
          </ns0:nvSpPr>
          <ns0:spPr>
            <ns1:xfrm>
              <ns1:off x="854236" y="5460064"/>
              <ns1:ext cx="298114" cy="298114"/>
            </ns1:xfrm>
            <ns1:prstGeom prst="ellipse">
              <ns1:avLst/>
            </ns1:prstGeom>
            <ns1:solidFill>
              <ns1:schemeClr val="bg1">
                <ns1:alpha val="24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52" name="椭圆 51"/>
            <ns0:cNvSpPr/>
            <ns0:nvPr/>
          </ns0:nvSpPr>
          <ns0:spPr>
            <ns1:xfrm>
              <ns1:off x="2313236" y="1194804"/>
              <ns1:ext cx="440814" cy="440814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6" name="图片 5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962"/>
            <ns1:ext cx="3984172" cy="2929037"/>
          </ns1:xfrm>
          <ns1:prstGeom prst="rect">
            <ns1:avLst/>
          </ns1:prstGeom>
        </ns0:spPr>
      </ns0:pic>
      <ns0:pic>
        <ns0:nvPicPr>
          <ns0:cNvPr id="3" name="图片 2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014"/>
            <ns1:ext cx="4986338" cy="2929473"/>
          </ns1:xfrm>
          <ns1:prstGeom prst="rect">
            <ns1:avLst/>
          </ns1:prstGeom>
        </ns0:spPr>
      </ns0:pic>
      <ns0:sp>
        <ns0:nvSpPr>
          <ns0:cNvPr id="39" name="任意多边形 38"/>
          <ns0:cNvSpPr/>
          <ns0:nvPr/>
        </ns0:nvSpPr>
        <ns0:spPr>
          <ns1:xfrm rot="16200000">
            <ns1:off x="1222480" y="1102829"/>
            <ns1:ext cx="5143502" cy="2937840"/>
          </ns1:xfrm>
          <ns1:custGeom>
            <ns1:avLst/>
            <ns1:gdLst>
              <ns1:gd name="connsiteX0" fmla="*/ 9143999 w 9143999"/>
              <ns1:gd name="connsiteY0" fmla="*/ 0 h 2051818"/>
              <ns1:gd name="connsiteX1" fmla="*/ 9143999 w 9143999"/>
              <ns1:gd name="connsiteY1" fmla="*/ 2051818 h 2051818"/>
              <ns1:gd name="connsiteX2" fmla="*/ 0 w 9143999"/>
              <ns1:gd name="connsiteY2" fmla="*/ 2051818 h 2051818"/>
              <ns1:gd name="connsiteX3" fmla="*/ 0 w 9143999"/>
              <ns1:gd name="connsiteY3" fmla="*/ 1204077 h 2051818"/>
              <ns1:gd name="connsiteX4" fmla="*/ 6027 w 9143999"/>
              <ns1:gd name="connsiteY4" fmla="*/ 1207403 h 2051818"/>
              <ns1:gd name="connsiteX5" fmla="*/ 7674511 w 9143999"/>
              <ns1:gd name="connsiteY5" fmla="*/ 718908 h 2051818"/>
              <ns1:gd name="connsiteX6" fmla="*/ 9044856 w 9143999"/>
              <ns1:gd name="connsiteY6" fmla="*/ 57555 h 2051818"/>
              <ns1:gd name="connsiteX7" fmla="*/ 9143999 w 9143999"/>
              <ns1:gd name="connsiteY7" fmla="*/ 0 h 2051818"/>
              <ns1:gd name="connsiteX0-1" fmla="*/ 9143999 w 9143999"/>
              <ns1:gd name="connsiteY0-2" fmla="*/ 0 h 2051818"/>
              <ns1:gd name="connsiteX1-3" fmla="*/ 9143999 w 9143999"/>
              <ns1:gd name="connsiteY1-4" fmla="*/ 2051818 h 2051818"/>
              <ns1:gd name="connsiteX2-5" fmla="*/ 0 w 9143999"/>
              <ns1:gd name="connsiteY2-6" fmla="*/ 2051818 h 2051818"/>
              <ns1:gd name="connsiteX3-7" fmla="*/ 0 w 9143999"/>
              <ns1:gd name="connsiteY3-8" fmla="*/ 1204077 h 2051818"/>
              <ns1:gd name="connsiteX4-9" fmla="*/ 6027 w 9143999"/>
              <ns1:gd name="connsiteY4-10" fmla="*/ 1207403 h 2051818"/>
              <ns1:gd name="connsiteX5-11" fmla="*/ 9044856 w 9143999"/>
              <ns1:gd name="connsiteY5-12" fmla="*/ 57555 h 2051818"/>
              <ns1:gd name="connsiteX6-13" fmla="*/ 9143999 w 9143999"/>
              <ns1:gd name="connsiteY6-14" fmla="*/ 0 h 2051818"/>
              <ns1:gd name="connsiteX0-15" fmla="*/ 9143999 w 9143999"/>
              <ns1:gd name="connsiteY0-16" fmla="*/ 0 h 2051818"/>
              <ns1:gd name="connsiteX1-17" fmla="*/ 9143999 w 9143999"/>
              <ns1:gd name="connsiteY1-18" fmla="*/ 2051818 h 2051818"/>
              <ns1:gd name="connsiteX2-19" fmla="*/ 0 w 9143999"/>
              <ns1:gd name="connsiteY2-20" fmla="*/ 2051818 h 2051818"/>
              <ns1:gd name="connsiteX3-21" fmla="*/ 0 w 9143999"/>
              <ns1:gd name="connsiteY3-22" fmla="*/ 1204077 h 2051818"/>
              <ns1:gd name="connsiteX4-23" fmla="*/ 6027 w 9143999"/>
              <ns1:gd name="connsiteY4-24" fmla="*/ 1207403 h 2051818"/>
              <ns1:gd name="connsiteX5-25" fmla="*/ 9143999 w 9143999"/>
              <ns1:gd name="connsiteY5-26" fmla="*/ 0 h 2051818"/>
              <ns1:gd name="connsiteX0-27" fmla="*/ 9143999 w 9143999"/>
              <ns1:gd name="connsiteY0-28" fmla="*/ 0 h 2051818"/>
              <ns1:gd name="connsiteX1-29" fmla="*/ 9143999 w 9143999"/>
              <ns1:gd name="connsiteY1-30" fmla="*/ 2051818 h 2051818"/>
              <ns1:gd name="connsiteX2-31" fmla="*/ 0 w 9143999"/>
              <ns1:gd name="connsiteY2-32" fmla="*/ 2051818 h 2051818"/>
              <ns1:gd name="connsiteX3-33" fmla="*/ 0 w 9143999"/>
              <ns1:gd name="connsiteY3-34" fmla="*/ 1204077 h 2051818"/>
              <ns1:gd name="connsiteX4-35" fmla="*/ 6027 w 9143999"/>
              <ns1:gd name="connsiteY4-36" fmla="*/ 1207403 h 2051818"/>
              <ns1:gd name="connsiteX5-37" fmla="*/ 9143999 w 9143999"/>
              <ns1:gd name="connsiteY5-38" fmla="*/ 0 h 2051818"/>
              <ns1:gd name="connsiteX0-39" fmla="*/ 9143999 w 9143999"/>
              <ns1:gd name="connsiteY0-40" fmla="*/ 0 h 2051818"/>
              <ns1:gd name="connsiteX1-41" fmla="*/ 9143999 w 9143999"/>
              <ns1:gd name="connsiteY1-42" fmla="*/ 2051818 h 2051818"/>
              <ns1:gd name="connsiteX2-43" fmla="*/ 0 w 9143999"/>
              <ns1:gd name="connsiteY2-44" fmla="*/ 2051818 h 2051818"/>
              <ns1:gd name="connsiteX3-45" fmla="*/ 0 w 9143999"/>
              <ns1:gd name="connsiteY3-46" fmla="*/ 1204077 h 2051818"/>
              <ns1:gd name="connsiteX4-47" fmla="*/ 6027 w 9143999"/>
              <ns1:gd name="connsiteY4-48" fmla="*/ 1207403 h 2051818"/>
              <ns1:gd name="connsiteX5-49" fmla="*/ 9143999 w 9143999"/>
              <ns1:gd name="connsiteY5-50" fmla="*/ 0 h 2051818"/>
              <ns1:gd name="connsiteX0-51" fmla="*/ 9143999 w 9143999"/>
              <ns1:gd name="connsiteY0-52" fmla="*/ 0 h 2051818"/>
              <ns1:gd name="connsiteX1-53" fmla="*/ 9143999 w 9143999"/>
              <ns1:gd name="connsiteY1-54" fmla="*/ 2051818 h 2051818"/>
              <ns1:gd name="connsiteX2-55" fmla="*/ 0 w 9143999"/>
              <ns1:gd name="connsiteY2-56" fmla="*/ 2051818 h 2051818"/>
              <ns1:gd name="connsiteX3-57" fmla="*/ 0 w 9143999"/>
              <ns1:gd name="connsiteY3-58" fmla="*/ 1204077 h 2051818"/>
              <ns1:gd name="connsiteX4-59" fmla="*/ 6027 w 9143999"/>
              <ns1:gd name="connsiteY4-60" fmla="*/ 1207403 h 2051818"/>
              <ns1:gd name="connsiteX5-61" fmla="*/ 9143999 w 9143999"/>
              <ns1:gd name="connsiteY5-62" fmla="*/ 0 h 2051818"/>
              <ns1:gd name="connsiteX0-63" fmla="*/ 9143999 w 9143999"/>
              <ns1:gd name="connsiteY0-64" fmla="*/ 130228 h 2182046"/>
              <ns1:gd name="connsiteX1-65" fmla="*/ 9143999 w 9143999"/>
              <ns1:gd name="connsiteY1-66" fmla="*/ 2182046 h 2182046"/>
              <ns1:gd name="connsiteX2-67" fmla="*/ 0 w 9143999"/>
              <ns1:gd name="connsiteY2-68" fmla="*/ 2182046 h 2182046"/>
              <ns1:gd name="connsiteX3-69" fmla="*/ 0 w 9143999"/>
              <ns1:gd name="connsiteY3-70" fmla="*/ 1334305 h 2182046"/>
              <ns1:gd name="connsiteX4-71" fmla="*/ 6027 w 9143999"/>
              <ns1:gd name="connsiteY4-72" fmla="*/ 0 h 2182046"/>
              <ns1:gd name="connsiteX5-73" fmla="*/ 9143999 w 9143999"/>
              <ns1:gd name="connsiteY5-74" fmla="*/ 130228 h 2182046"/>
              <ns1:gd name="connsiteX0-75" fmla="*/ 9143999 w 9143999"/>
              <ns1:gd name="connsiteY0-76" fmla="*/ 0 h 2051818"/>
              <ns1:gd name="connsiteX1-77" fmla="*/ 9143999 w 9143999"/>
              <ns1:gd name="connsiteY1-78" fmla="*/ 2051818 h 2051818"/>
              <ns1:gd name="connsiteX2-79" fmla="*/ 0 w 9143999"/>
              <ns1:gd name="connsiteY2-80" fmla="*/ 2051818 h 2051818"/>
              <ns1:gd name="connsiteX3-81" fmla="*/ 0 w 9143999"/>
              <ns1:gd name="connsiteY3-82" fmla="*/ 1204077 h 2051818"/>
              <ns1:gd name="connsiteX4-83" fmla="*/ 25380 w 9143999"/>
              <ns1:gd name="connsiteY4-84" fmla="*/ 54648 h 2051818"/>
              <ns1:gd name="connsiteX5-85" fmla="*/ 9143999 w 9143999"/>
              <ns1:gd name="connsiteY5-86" fmla="*/ 0 h 2051818"/>
              <ns1:gd name="connsiteX0-87" fmla="*/ 9143999 w 9143999"/>
              <ns1:gd name="connsiteY0-88" fmla="*/ 0 h 2051818"/>
              <ns1:gd name="connsiteX1-89" fmla="*/ 9143999 w 9143999"/>
              <ns1:gd name="connsiteY1-90" fmla="*/ 2051818 h 2051818"/>
              <ns1:gd name="connsiteX2-91" fmla="*/ 0 w 9143999"/>
              <ns1:gd name="connsiteY2-92" fmla="*/ 2051818 h 2051818"/>
              <ns1:gd name="connsiteX3-93" fmla="*/ 0 w 9143999"/>
              <ns1:gd name="connsiteY3-94" fmla="*/ 1204077 h 2051818"/>
              <ns1:gd name="connsiteX4-95" fmla="*/ 25380 w 9143999"/>
              <ns1:gd name="connsiteY4-96" fmla="*/ 54648 h 2051818"/>
              <ns1:gd name="connsiteX5-97" fmla="*/ 9143999 w 9143999"/>
              <ns1:gd name="connsiteY5-98" fmla="*/ 0 h 2051818"/>
              <ns1:gd name="connsiteX0-99" fmla="*/ 9143999 w 9143999"/>
              <ns1:gd name="connsiteY0-100" fmla="*/ 0 h 2051818"/>
              <ns1:gd name="connsiteX1-101" fmla="*/ 9143999 w 9143999"/>
              <ns1:gd name="connsiteY1-102" fmla="*/ 2051818 h 2051818"/>
              <ns1:gd name="connsiteX2-103" fmla="*/ 0 w 9143999"/>
              <ns1:gd name="connsiteY2-104" fmla="*/ 2051818 h 2051818"/>
              <ns1:gd name="connsiteX3-105" fmla="*/ 0 w 9143999"/>
              <ns1:gd name="connsiteY3-106" fmla="*/ 1204077 h 2051818"/>
              <ns1:gd name="connsiteX4-107" fmla="*/ 25380 w 9143999"/>
              <ns1:gd name="connsiteY4-108" fmla="*/ 54648 h 2051818"/>
              <ns1:gd name="connsiteX5-109" fmla="*/ 9143999 w 9143999"/>
              <ns1:gd name="connsiteY5-110" fmla="*/ 0 h 2051818"/>
              <ns1:gd name="connsiteX0-111" fmla="*/ 9143999 w 9143999"/>
              <ns1:gd name="connsiteY0-112" fmla="*/ 0 h 2051818"/>
              <ns1:gd name="connsiteX1-113" fmla="*/ 9143999 w 9143999"/>
              <ns1:gd name="connsiteY1-114" fmla="*/ 2051818 h 2051818"/>
              <ns1:gd name="connsiteX2-115" fmla="*/ 0 w 9143999"/>
              <ns1:gd name="connsiteY2-116" fmla="*/ 2051818 h 2051818"/>
              <ns1:gd name="connsiteX3-117" fmla="*/ 0 w 9143999"/>
              <ns1:gd name="connsiteY3-118" fmla="*/ 1204077 h 2051818"/>
              <ns1:gd name="connsiteX4-119" fmla="*/ 25380 w 9143999"/>
              <ns1:gd name="connsiteY4-120" fmla="*/ 54648 h 2051818"/>
              <ns1:gd name="connsiteX5-121" fmla="*/ 9143999 w 9143999"/>
              <ns1:gd name="connsiteY5-122" fmla="*/ 0 h 2051818"/>
              <ns1:gd name="connsiteX0-123" fmla="*/ 9124647 w 9143999"/>
              <ns1:gd name="connsiteY0-124" fmla="*/ 0 h 2127943"/>
              <ns1:gd name="connsiteX1-125" fmla="*/ 9143999 w 9143999"/>
              <ns1:gd name="connsiteY1-126" fmla="*/ 2127943 h 2127943"/>
              <ns1:gd name="connsiteX2-127" fmla="*/ 0 w 9143999"/>
              <ns1:gd name="connsiteY2-128" fmla="*/ 2127943 h 2127943"/>
              <ns1:gd name="connsiteX3-129" fmla="*/ 0 w 9143999"/>
              <ns1:gd name="connsiteY3-130" fmla="*/ 1280202 h 2127943"/>
              <ns1:gd name="connsiteX4-131" fmla="*/ 25380 w 9143999"/>
              <ns1:gd name="connsiteY4-132" fmla="*/ 130773 h 2127943"/>
              <ns1:gd name="connsiteX5-133" fmla="*/ 9124647 w 9143999"/>
              <ns1:gd name="connsiteY5-134" fmla="*/ 0 h 2127943"/>
              <ns1:gd name="connsiteX0-135" fmla="*/ 9124647 w 9143999"/>
              <ns1:gd name="connsiteY0-136" fmla="*/ 0 h 2127943"/>
              <ns1:gd name="connsiteX1-137" fmla="*/ 9143999 w 9143999"/>
              <ns1:gd name="connsiteY1-138" fmla="*/ 2127943 h 2127943"/>
              <ns1:gd name="connsiteX2-139" fmla="*/ 0 w 9143999"/>
              <ns1:gd name="connsiteY2-140" fmla="*/ 2127943 h 2127943"/>
              <ns1:gd name="connsiteX3-141" fmla="*/ 0 w 9143999"/>
              <ns1:gd name="connsiteY3-142" fmla="*/ 1280202 h 2127943"/>
              <ns1:gd name="connsiteX4-143" fmla="*/ 25380 w 9143999"/>
              <ns1:gd name="connsiteY4-144" fmla="*/ 130773 h 2127943"/>
              <ns1:gd name="connsiteX5-145" fmla="*/ 9124647 w 9143999"/>
              <ns1:gd name="connsiteY5-146" fmla="*/ 0 h 2127943"/>
              <ns1:gd name="connsiteX0-147" fmla="*/ 9124647 w 9143999"/>
              <ns1:gd name="connsiteY0-148" fmla="*/ 0 h 2127943"/>
              <ns1:gd name="connsiteX1-149" fmla="*/ 9143999 w 9143999"/>
              <ns1:gd name="connsiteY1-150" fmla="*/ 2127943 h 2127943"/>
              <ns1:gd name="connsiteX2-151" fmla="*/ 0 w 9143999"/>
              <ns1:gd name="connsiteY2-152" fmla="*/ 2127943 h 2127943"/>
              <ns1:gd name="connsiteX3-153" fmla="*/ 0 w 9143999"/>
              <ns1:gd name="connsiteY3-154" fmla="*/ 1280202 h 2127943"/>
              <ns1:gd name="connsiteX4-155" fmla="*/ 6028 w 9143999"/>
              <ns1:gd name="connsiteY4-156" fmla="*/ 11147 h 2127943"/>
              <ns1:gd name="connsiteX5-157" fmla="*/ 9124647 w 9143999"/>
              <ns1:gd name="connsiteY5-158" fmla="*/ 0 h 2127943"/>
              <ns1:gd name="connsiteX0-159" fmla="*/ 9138134 w 9157486"/>
              <ns1:gd name="connsiteY0-160" fmla="*/ 0 h 2127943"/>
              <ns1:gd name="connsiteX1-161" fmla="*/ 9157486 w 9157486"/>
              <ns1:gd name="connsiteY1-162" fmla="*/ 2127943 h 2127943"/>
              <ns1:gd name="connsiteX2-163" fmla="*/ 13487 w 9157486"/>
              <ns1:gd name="connsiteY2-164" fmla="*/ 2127943 h 2127943"/>
              <ns1:gd name="connsiteX3-165" fmla="*/ 13487 w 9157486"/>
              <ns1:gd name="connsiteY3-166" fmla="*/ 1280202 h 2127943"/>
              <ns1:gd name="connsiteX4-167" fmla="*/ 163 w 9157486"/>
              <ns1:gd name="connsiteY4-168" fmla="*/ 141648 h 2127943"/>
              <ns1:gd name="connsiteX5-169" fmla="*/ 9138134 w 9157486"/>
              <ns1:gd name="connsiteY5-170" fmla="*/ 0 h 2127943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  <ns1:cxn ang="0">
                <ns1:pos x="connsiteX5-11" y="connsiteY5-12"/>
              </ns1:cxn>
            </ns1:cxnLst>
            <ns1:rect l="l" t="t" r="r" b="b"/>
            <ns1:pathLst>
              <ns1:path w="9157486" h="2127943">
                <ns1:moveTo>
                  <ns1:pt x="9138134" y="0"/>
                </ns1:moveTo>
                <ns1:lnTo>
                  <ns1:pt x="9157486" y="2127943"/>
                </ns1:lnTo>
                <ns1:lnTo>
                  <ns1:pt x="13487" y="2127943"/>
                </ns1:lnTo>
                <ns1:lnTo>
                  <ns1:pt x="13487" y="1280202"/>
                </ns1:lnTo>
                <ns1:cubicBezTo>
                  <ns1:pt x="15496" y="857184"/>
                  <ns1:pt x="-1846" y="564666"/>
                  <ns1:pt x="163" y="141648"/>
                </ns1:cubicBezTo>
                <ns1:cubicBezTo>
                  <ns1:pt x="3568670" y="1577063"/>
                  <ns1:pt x="7137176" y="1131097"/>
                  <ns1:pt x="9138134" y="0"/>
                </ns1:cubicBezTo>
                <ns1:close/>
              </ns1:path>
            </ns1:pathLst>
          </ns1:custGeom>
          <ns1:solidFill>
            <ns1:schemeClr val="accent1">
              <ns1:alpha val="9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4" name="任意多边形 43"/>
          <ns0:cNvSpPr/>
          <ns0:nvPr/>
        </ns0:nvSpPr>
        <ns0:spPr>
          <ns1:xfrm rot="16200000">
            <ns1:off x="2845497" y="-12027"/>
            <ns1:ext cx="5151674" cy="5159381"/>
          </ns1:xfrm>
          <ns1:custGeom>
            <ns1:avLst/>
            <ns1:gdLst>
              <ns1:gd name="connsiteX0" fmla="*/ 6858000 w 6858000"/>
              <ns1:gd name="connsiteY0" fmla="*/ 0 h 6459417"/>
              <ns1:gd name="connsiteX1" fmla="*/ 6858000 w 6858000"/>
              <ns1:gd name="connsiteY1" fmla="*/ 1675279 h 6459417"/>
              <ns1:gd name="connsiteX2" fmla="*/ 6858000 w 6858000"/>
              <ns1:gd name="connsiteY2" fmla="*/ 1819701 h 6459417"/>
              <ns1:gd name="connsiteX3" fmla="*/ 6858000 w 6858000"/>
              <ns1:gd name="connsiteY3" fmla="*/ 2278767 h 6459417"/>
              <ns1:gd name="connsiteX4" fmla="*/ 6858000 w 6858000"/>
              <ns1:gd name="connsiteY4" fmla="*/ 3954046 h 6459417"/>
              <ns1:gd name="connsiteX5" fmla="*/ 6858000 w 6858000"/>
              <ns1:gd name="connsiteY5" fmla="*/ 4098468 h 6459417"/>
              <ns1:gd name="connsiteX6" fmla="*/ 6858000 w 6858000"/>
              <ns1:gd name="connsiteY6" fmla="*/ 4180650 h 6459417"/>
              <ns1:gd name="connsiteX7" fmla="*/ 6858000 w 6858000"/>
              <ns1:gd name="connsiteY7" fmla="*/ 6459417 h 6459417"/>
              <ns1:gd name="connsiteX8" fmla="*/ 0 w 6858000"/>
              <ns1:gd name="connsiteY8" fmla="*/ 6459417 h 6459417"/>
              <ns1:gd name="connsiteX9" fmla="*/ 0 w 6858000"/>
              <ns1:gd name="connsiteY9" fmla="*/ 4180650 h 6459417"/>
              <ns1:gd name="connsiteX10" fmla="*/ 0 w 6858000"/>
              <ns1:gd name="connsiteY10" fmla="*/ 4098468 h 6459417"/>
              <ns1:gd name="connsiteX11" fmla="*/ 0 w 6858000"/>
              <ns1:gd name="connsiteY11" fmla="*/ 3954046 h 6459417"/>
              <ns1:gd name="connsiteX12" fmla="*/ 0 w 6858000"/>
              <ns1:gd name="connsiteY12" fmla="*/ 3295924 h 6459417"/>
              <ns1:gd name="connsiteX13" fmla="*/ 0 w 6858000"/>
              <ns1:gd name="connsiteY13" fmla="*/ 1819701 h 6459417"/>
              <ns1:gd name="connsiteX14" fmla="*/ 0 w 6858000"/>
              <ns1:gd name="connsiteY14" fmla="*/ 1675279 h 6459417"/>
              <ns1:gd name="connsiteX15" fmla="*/ 0 w 6858000"/>
              <ns1:gd name="connsiteY15" fmla="*/ 1017157 h 6459417"/>
              <ns1:gd name="connsiteX16" fmla="*/ 227535 w 6858000"/>
              <ns1:gd name="connsiteY16" fmla="*/ 1166258 h 6459417"/>
              <ns1:gd name="connsiteX17" fmla="*/ 6270374 w 6858000"/>
              <ns1:gd name="connsiteY17" fmla="*/ 412001 h 6459417"/>
              <ns1:gd name="connsiteX18" fmla="*/ 6705779 w 6858000"/>
              <ns1:gd name="connsiteY18" fmla="*/ 117916 h 6459417"/>
              <ns1:gd name="connsiteX0-1" fmla="*/ 6858000 w 6941935"/>
              <ns1:gd name="connsiteY0-2" fmla="*/ 56823 h 6516240"/>
              <ns1:gd name="connsiteX1-3" fmla="*/ 6858000 w 6941935"/>
              <ns1:gd name="connsiteY1-4" fmla="*/ 1732102 h 6516240"/>
              <ns1:gd name="connsiteX2-5" fmla="*/ 6858000 w 6941935"/>
              <ns1:gd name="connsiteY2-6" fmla="*/ 1876524 h 6516240"/>
              <ns1:gd name="connsiteX3-7" fmla="*/ 6858000 w 6941935"/>
              <ns1:gd name="connsiteY3-8" fmla="*/ 2335590 h 6516240"/>
              <ns1:gd name="connsiteX4-9" fmla="*/ 6858000 w 6941935"/>
              <ns1:gd name="connsiteY4-10" fmla="*/ 4010869 h 6516240"/>
              <ns1:gd name="connsiteX5-11" fmla="*/ 6858000 w 6941935"/>
              <ns1:gd name="connsiteY5-12" fmla="*/ 4155291 h 6516240"/>
              <ns1:gd name="connsiteX6-13" fmla="*/ 6858000 w 6941935"/>
              <ns1:gd name="connsiteY6-14" fmla="*/ 4237473 h 6516240"/>
              <ns1:gd name="connsiteX7-15" fmla="*/ 6858000 w 6941935"/>
              <ns1:gd name="connsiteY7-16" fmla="*/ 6516240 h 6516240"/>
              <ns1:gd name="connsiteX8-17" fmla="*/ 0 w 6941935"/>
              <ns1:gd name="connsiteY8-18" fmla="*/ 6516240 h 6516240"/>
              <ns1:gd name="connsiteX9-19" fmla="*/ 0 w 6941935"/>
              <ns1:gd name="connsiteY9-20" fmla="*/ 4237473 h 6516240"/>
              <ns1:gd name="connsiteX10-21" fmla="*/ 0 w 6941935"/>
              <ns1:gd name="connsiteY10-22" fmla="*/ 4155291 h 6516240"/>
              <ns1:gd name="connsiteX11-23" fmla="*/ 0 w 6941935"/>
              <ns1:gd name="connsiteY11-24" fmla="*/ 4010869 h 6516240"/>
              <ns1:gd name="connsiteX12-25" fmla="*/ 0 w 6941935"/>
              <ns1:gd name="connsiteY12-26" fmla="*/ 3352747 h 6516240"/>
              <ns1:gd name="connsiteX13-27" fmla="*/ 0 w 6941935"/>
              <ns1:gd name="connsiteY13-28" fmla="*/ 1876524 h 6516240"/>
              <ns1:gd name="connsiteX14-29" fmla="*/ 0 w 6941935"/>
              <ns1:gd name="connsiteY14-30" fmla="*/ 1732102 h 6516240"/>
              <ns1:gd name="connsiteX15-31" fmla="*/ 0 w 6941935"/>
              <ns1:gd name="connsiteY15-32" fmla="*/ 1073980 h 6516240"/>
              <ns1:gd name="connsiteX16-33" fmla="*/ 227535 w 6941935"/>
              <ns1:gd name="connsiteY16-34" fmla="*/ 1223081 h 6516240"/>
              <ns1:gd name="connsiteX17-35" fmla="*/ 6270374 w 6941935"/>
              <ns1:gd name="connsiteY17-36" fmla="*/ 468824 h 6516240"/>
              <ns1:gd name="connsiteX18-37" fmla="*/ 6858000 w 6941935"/>
              <ns1:gd name="connsiteY18-38" fmla="*/ 56823 h 6516240"/>
              <ns1:gd name="connsiteX0-39" fmla="*/ 6858000 w 6858000"/>
              <ns1:gd name="connsiteY0-40" fmla="*/ 4734 h 6464151"/>
              <ns1:gd name="connsiteX1-41" fmla="*/ 6858000 w 6858000"/>
              <ns1:gd name="connsiteY1-42" fmla="*/ 1680013 h 6464151"/>
              <ns1:gd name="connsiteX2-43" fmla="*/ 6858000 w 6858000"/>
              <ns1:gd name="connsiteY2-44" fmla="*/ 1824435 h 6464151"/>
              <ns1:gd name="connsiteX3-45" fmla="*/ 6858000 w 6858000"/>
              <ns1:gd name="connsiteY3-46" fmla="*/ 2283501 h 6464151"/>
              <ns1:gd name="connsiteX4-47" fmla="*/ 6858000 w 6858000"/>
              <ns1:gd name="connsiteY4-48" fmla="*/ 3958780 h 6464151"/>
              <ns1:gd name="connsiteX5-49" fmla="*/ 6858000 w 6858000"/>
              <ns1:gd name="connsiteY5-50" fmla="*/ 4103202 h 6464151"/>
              <ns1:gd name="connsiteX6-51" fmla="*/ 6858000 w 6858000"/>
              <ns1:gd name="connsiteY6-52" fmla="*/ 4185384 h 6464151"/>
              <ns1:gd name="connsiteX7-53" fmla="*/ 6858000 w 6858000"/>
              <ns1:gd name="connsiteY7-54" fmla="*/ 6464151 h 6464151"/>
              <ns1:gd name="connsiteX8-55" fmla="*/ 0 w 6858000"/>
              <ns1:gd name="connsiteY8-56" fmla="*/ 6464151 h 6464151"/>
              <ns1:gd name="connsiteX9-57" fmla="*/ 0 w 6858000"/>
              <ns1:gd name="connsiteY9-58" fmla="*/ 4185384 h 6464151"/>
              <ns1:gd name="connsiteX10-59" fmla="*/ 0 w 6858000"/>
              <ns1:gd name="connsiteY10-60" fmla="*/ 4103202 h 6464151"/>
              <ns1:gd name="connsiteX11-61" fmla="*/ 0 w 6858000"/>
              <ns1:gd name="connsiteY11-62" fmla="*/ 3958780 h 6464151"/>
              <ns1:gd name="connsiteX12-63" fmla="*/ 0 w 6858000"/>
              <ns1:gd name="connsiteY12-64" fmla="*/ 3300658 h 6464151"/>
              <ns1:gd name="connsiteX13-65" fmla="*/ 0 w 6858000"/>
              <ns1:gd name="connsiteY13-66" fmla="*/ 1824435 h 6464151"/>
              <ns1:gd name="connsiteX14-67" fmla="*/ 0 w 6858000"/>
              <ns1:gd name="connsiteY14-68" fmla="*/ 1680013 h 6464151"/>
              <ns1:gd name="connsiteX15-69" fmla="*/ 0 w 6858000"/>
              <ns1:gd name="connsiteY15-70" fmla="*/ 1021891 h 6464151"/>
              <ns1:gd name="connsiteX16-71" fmla="*/ 227535 w 6858000"/>
              <ns1:gd name="connsiteY16-72" fmla="*/ 1170992 h 6464151"/>
              <ns1:gd name="connsiteX17-73" fmla="*/ 6858000 w 6858000"/>
              <ns1:gd name="connsiteY17-74" fmla="*/ 4734 h 6464151"/>
              <ns1:gd name="connsiteX0-75" fmla="*/ 6858000 w 6858000"/>
              <ns1:gd name="connsiteY0-76" fmla="*/ 0 h 6459417"/>
              <ns1:gd name="connsiteX1-77" fmla="*/ 6858000 w 6858000"/>
              <ns1:gd name="connsiteY1-78" fmla="*/ 1675279 h 6459417"/>
              <ns1:gd name="connsiteX2-79" fmla="*/ 6858000 w 6858000"/>
              <ns1:gd name="connsiteY2-80" fmla="*/ 1819701 h 6459417"/>
              <ns1:gd name="connsiteX3-81" fmla="*/ 6858000 w 6858000"/>
              <ns1:gd name="connsiteY3-82" fmla="*/ 2278767 h 6459417"/>
              <ns1:gd name="connsiteX4-83" fmla="*/ 6858000 w 6858000"/>
              <ns1:gd name="connsiteY4-84" fmla="*/ 3954046 h 6459417"/>
              <ns1:gd name="connsiteX5-85" fmla="*/ 6858000 w 6858000"/>
              <ns1:gd name="connsiteY5-86" fmla="*/ 4098468 h 6459417"/>
              <ns1:gd name="connsiteX6-87" fmla="*/ 6858000 w 6858000"/>
              <ns1:gd name="connsiteY6-88" fmla="*/ 4180650 h 6459417"/>
              <ns1:gd name="connsiteX7-89" fmla="*/ 6858000 w 6858000"/>
              <ns1:gd name="connsiteY7-90" fmla="*/ 6459417 h 6459417"/>
              <ns1:gd name="connsiteX8-91" fmla="*/ 0 w 6858000"/>
              <ns1:gd name="connsiteY8-92" fmla="*/ 6459417 h 6459417"/>
              <ns1:gd name="connsiteX9-93" fmla="*/ 0 w 6858000"/>
              <ns1:gd name="connsiteY9-94" fmla="*/ 4180650 h 6459417"/>
              <ns1:gd name="connsiteX10-95" fmla="*/ 0 w 6858000"/>
              <ns1:gd name="connsiteY10-96" fmla="*/ 4098468 h 6459417"/>
              <ns1:gd name="connsiteX11-97" fmla="*/ 0 w 6858000"/>
              <ns1:gd name="connsiteY11-98" fmla="*/ 3954046 h 6459417"/>
              <ns1:gd name="connsiteX12-99" fmla="*/ 0 w 6858000"/>
              <ns1:gd name="connsiteY12-100" fmla="*/ 3295924 h 6459417"/>
              <ns1:gd name="connsiteX13-101" fmla="*/ 0 w 6858000"/>
              <ns1:gd name="connsiteY13-102" fmla="*/ 1819701 h 6459417"/>
              <ns1:gd name="connsiteX14-103" fmla="*/ 0 w 6858000"/>
              <ns1:gd name="connsiteY14-104" fmla="*/ 1675279 h 6459417"/>
              <ns1:gd name="connsiteX15-105" fmla="*/ 0 w 6858000"/>
              <ns1:gd name="connsiteY15-106" fmla="*/ 1017157 h 6459417"/>
              <ns1:gd name="connsiteX16-107" fmla="*/ 227535 w 6858000"/>
              <ns1:gd name="connsiteY16-108" fmla="*/ 1166258 h 6459417"/>
              <ns1:gd name="connsiteX17-109" fmla="*/ 6858000 w 6858000"/>
              <ns1:gd name="connsiteY17-110" fmla="*/ 0 h 6459417"/>
              <ns1:gd name="connsiteX0-111" fmla="*/ 6858000 w 6858000"/>
              <ns1:gd name="connsiteY0-112" fmla="*/ 0 h 6459417"/>
              <ns1:gd name="connsiteX1-113" fmla="*/ 6858000 w 6858000"/>
              <ns1:gd name="connsiteY1-114" fmla="*/ 1675279 h 6459417"/>
              <ns1:gd name="connsiteX2-115" fmla="*/ 6858000 w 6858000"/>
              <ns1:gd name="connsiteY2-116" fmla="*/ 1819701 h 6459417"/>
              <ns1:gd name="connsiteX3-117" fmla="*/ 6858000 w 6858000"/>
              <ns1:gd name="connsiteY3-118" fmla="*/ 2278767 h 6459417"/>
              <ns1:gd name="connsiteX4-119" fmla="*/ 6858000 w 6858000"/>
              <ns1:gd name="connsiteY4-120" fmla="*/ 3954046 h 6459417"/>
              <ns1:gd name="connsiteX5-121" fmla="*/ 6858000 w 6858000"/>
              <ns1:gd name="connsiteY5-122" fmla="*/ 4098468 h 6459417"/>
              <ns1:gd name="connsiteX6-123" fmla="*/ 6858000 w 6858000"/>
              <ns1:gd name="connsiteY6-124" fmla="*/ 4180650 h 6459417"/>
              <ns1:gd name="connsiteX7-125" fmla="*/ 6858000 w 6858000"/>
              <ns1:gd name="connsiteY7-126" fmla="*/ 6459417 h 6459417"/>
              <ns1:gd name="connsiteX8-127" fmla="*/ 0 w 6858000"/>
              <ns1:gd name="connsiteY8-128" fmla="*/ 6459417 h 6459417"/>
              <ns1:gd name="connsiteX9-129" fmla="*/ 0 w 6858000"/>
              <ns1:gd name="connsiteY9-130" fmla="*/ 4180650 h 6459417"/>
              <ns1:gd name="connsiteX10-131" fmla="*/ 0 w 6858000"/>
              <ns1:gd name="connsiteY10-132" fmla="*/ 4098468 h 6459417"/>
              <ns1:gd name="connsiteX11-133" fmla="*/ 0 w 6858000"/>
              <ns1:gd name="connsiteY11-134" fmla="*/ 3954046 h 6459417"/>
              <ns1:gd name="connsiteX12-135" fmla="*/ 0 w 6858000"/>
              <ns1:gd name="connsiteY12-136" fmla="*/ 3295924 h 6459417"/>
              <ns1:gd name="connsiteX13-137" fmla="*/ 0 w 6858000"/>
              <ns1:gd name="connsiteY13-138" fmla="*/ 1819701 h 6459417"/>
              <ns1:gd name="connsiteX14-139" fmla="*/ 0 w 6858000"/>
              <ns1:gd name="connsiteY14-140" fmla="*/ 1675279 h 6459417"/>
              <ns1:gd name="connsiteX15-141" fmla="*/ 0 w 6858000"/>
              <ns1:gd name="connsiteY15-142" fmla="*/ 1017157 h 6459417"/>
              <ns1:gd name="connsiteX16-143" fmla="*/ 6858000 w 6858000"/>
              <ns1:gd name="connsiteY16-144" fmla="*/ 0 h 6459417"/>
              <ns1:gd name="connsiteX0-145" fmla="*/ 6858000 w 6858000"/>
              <ns1:gd name="connsiteY0-146" fmla="*/ 0 h 6459417"/>
              <ns1:gd name="connsiteX1-147" fmla="*/ 6858000 w 6858000"/>
              <ns1:gd name="connsiteY1-148" fmla="*/ 1675279 h 6459417"/>
              <ns1:gd name="connsiteX2-149" fmla="*/ 6858000 w 6858000"/>
              <ns1:gd name="connsiteY2-150" fmla="*/ 1819701 h 6459417"/>
              <ns1:gd name="connsiteX3-151" fmla="*/ 6858000 w 6858000"/>
              <ns1:gd name="connsiteY3-152" fmla="*/ 2278767 h 6459417"/>
              <ns1:gd name="connsiteX4-153" fmla="*/ 6858000 w 6858000"/>
              <ns1:gd name="connsiteY4-154" fmla="*/ 3954046 h 6459417"/>
              <ns1:gd name="connsiteX5-155" fmla="*/ 6858000 w 6858000"/>
              <ns1:gd name="connsiteY5-156" fmla="*/ 4098468 h 6459417"/>
              <ns1:gd name="connsiteX6-157" fmla="*/ 6858000 w 6858000"/>
              <ns1:gd name="connsiteY6-158" fmla="*/ 4180650 h 6459417"/>
              <ns1:gd name="connsiteX7-159" fmla="*/ 6858000 w 6858000"/>
              <ns1:gd name="connsiteY7-160" fmla="*/ 6459417 h 6459417"/>
              <ns1:gd name="connsiteX8-161" fmla="*/ 0 w 6858000"/>
              <ns1:gd name="connsiteY8-162" fmla="*/ 6459417 h 6459417"/>
              <ns1:gd name="connsiteX9-163" fmla="*/ 0 w 6858000"/>
              <ns1:gd name="connsiteY9-164" fmla="*/ 4180650 h 6459417"/>
              <ns1:gd name="connsiteX10-165" fmla="*/ 0 w 6858000"/>
              <ns1:gd name="connsiteY10-166" fmla="*/ 4098468 h 6459417"/>
              <ns1:gd name="connsiteX11-167" fmla="*/ 0 w 6858000"/>
              <ns1:gd name="connsiteY11-168" fmla="*/ 3954046 h 6459417"/>
              <ns1:gd name="connsiteX12-169" fmla="*/ 0 w 6858000"/>
              <ns1:gd name="connsiteY12-170" fmla="*/ 3295924 h 6459417"/>
              <ns1:gd name="connsiteX13-171" fmla="*/ 0 w 6858000"/>
              <ns1:gd name="connsiteY13-172" fmla="*/ 1819701 h 6459417"/>
              <ns1:gd name="connsiteX14-173" fmla="*/ 0 w 6858000"/>
              <ns1:gd name="connsiteY14-174" fmla="*/ 1675279 h 6459417"/>
              <ns1:gd name="connsiteX15-175" fmla="*/ 0 w 6858000"/>
              <ns1:gd name="connsiteY15-176" fmla="*/ 1017157 h 6459417"/>
              <ns1:gd name="connsiteX16-177" fmla="*/ 6858000 w 6858000"/>
              <ns1:gd name="connsiteY16-178" fmla="*/ 0 h 6459417"/>
              <ns1:gd name="connsiteX0-179" fmla="*/ 6858000 w 6858000"/>
              <ns1:gd name="connsiteY0-180" fmla="*/ 0 h 6459417"/>
              <ns1:gd name="connsiteX1-181" fmla="*/ 6858000 w 6858000"/>
              <ns1:gd name="connsiteY1-182" fmla="*/ 1675279 h 6459417"/>
              <ns1:gd name="connsiteX2-183" fmla="*/ 6858000 w 6858000"/>
              <ns1:gd name="connsiteY2-184" fmla="*/ 1819701 h 6459417"/>
              <ns1:gd name="connsiteX3-185" fmla="*/ 6858000 w 6858000"/>
              <ns1:gd name="connsiteY3-186" fmla="*/ 2278767 h 6459417"/>
              <ns1:gd name="connsiteX4-187" fmla="*/ 6858000 w 6858000"/>
              <ns1:gd name="connsiteY4-188" fmla="*/ 3954046 h 6459417"/>
              <ns1:gd name="connsiteX5-189" fmla="*/ 6858000 w 6858000"/>
              <ns1:gd name="connsiteY5-190" fmla="*/ 4098468 h 6459417"/>
              <ns1:gd name="connsiteX6-191" fmla="*/ 6858000 w 6858000"/>
              <ns1:gd name="connsiteY6-192" fmla="*/ 4180650 h 6459417"/>
              <ns1:gd name="connsiteX7-193" fmla="*/ 6858000 w 6858000"/>
              <ns1:gd name="connsiteY7-194" fmla="*/ 6459417 h 6459417"/>
              <ns1:gd name="connsiteX8-195" fmla="*/ 0 w 6858000"/>
              <ns1:gd name="connsiteY8-196" fmla="*/ 6459417 h 6459417"/>
              <ns1:gd name="connsiteX9-197" fmla="*/ 0 w 6858000"/>
              <ns1:gd name="connsiteY9-198" fmla="*/ 4180650 h 6459417"/>
              <ns1:gd name="connsiteX10-199" fmla="*/ 0 w 6858000"/>
              <ns1:gd name="connsiteY10-200" fmla="*/ 4098468 h 6459417"/>
              <ns1:gd name="connsiteX11-201" fmla="*/ 0 w 6858000"/>
              <ns1:gd name="connsiteY11-202" fmla="*/ 3954046 h 6459417"/>
              <ns1:gd name="connsiteX12-203" fmla="*/ 0 w 6858000"/>
              <ns1:gd name="connsiteY12-204" fmla="*/ 3295924 h 6459417"/>
              <ns1:gd name="connsiteX13-205" fmla="*/ 0 w 6858000"/>
              <ns1:gd name="connsiteY13-206" fmla="*/ 1819701 h 6459417"/>
              <ns1:gd name="connsiteX14-207" fmla="*/ 0 w 6858000"/>
              <ns1:gd name="connsiteY14-208" fmla="*/ 1675279 h 6459417"/>
              <ns1:gd name="connsiteX15-209" fmla="*/ 0 w 6858000"/>
              <ns1:gd name="connsiteY15-210" fmla="*/ 1017157 h 6459417"/>
              <ns1:gd name="connsiteX16-211" fmla="*/ 6858000 w 6858000"/>
              <ns1:gd name="connsiteY16-212" fmla="*/ 0 h 6459417"/>
              <ns1:gd name="connsiteX0-213" fmla="*/ 6858000 w 6858000"/>
              <ns1:gd name="connsiteY0-214" fmla="*/ 0 h 6459417"/>
              <ns1:gd name="connsiteX1-215" fmla="*/ 6858000 w 6858000"/>
              <ns1:gd name="connsiteY1-216" fmla="*/ 1675279 h 6459417"/>
              <ns1:gd name="connsiteX2-217" fmla="*/ 6858000 w 6858000"/>
              <ns1:gd name="connsiteY2-218" fmla="*/ 1819701 h 6459417"/>
              <ns1:gd name="connsiteX3-219" fmla="*/ 6858000 w 6858000"/>
              <ns1:gd name="connsiteY3-220" fmla="*/ 2278767 h 6459417"/>
              <ns1:gd name="connsiteX4-221" fmla="*/ 6858000 w 6858000"/>
              <ns1:gd name="connsiteY4-222" fmla="*/ 3954046 h 6459417"/>
              <ns1:gd name="connsiteX5-223" fmla="*/ 6858000 w 6858000"/>
              <ns1:gd name="connsiteY5-224" fmla="*/ 4098468 h 6459417"/>
              <ns1:gd name="connsiteX6-225" fmla="*/ 6858000 w 6858000"/>
              <ns1:gd name="connsiteY6-226" fmla="*/ 4180650 h 6459417"/>
              <ns1:gd name="connsiteX7-227" fmla="*/ 6858000 w 6858000"/>
              <ns1:gd name="connsiteY7-228" fmla="*/ 6459417 h 6459417"/>
              <ns1:gd name="connsiteX8-229" fmla="*/ 0 w 6858000"/>
              <ns1:gd name="connsiteY8-230" fmla="*/ 6459417 h 6459417"/>
              <ns1:gd name="connsiteX9-231" fmla="*/ 0 w 6858000"/>
              <ns1:gd name="connsiteY9-232" fmla="*/ 4180650 h 6459417"/>
              <ns1:gd name="connsiteX10-233" fmla="*/ 0 w 6858000"/>
              <ns1:gd name="connsiteY10-234" fmla="*/ 4098468 h 6459417"/>
              <ns1:gd name="connsiteX11-235" fmla="*/ 0 w 6858000"/>
              <ns1:gd name="connsiteY11-236" fmla="*/ 3954046 h 6459417"/>
              <ns1:gd name="connsiteX12-237" fmla="*/ 0 w 6858000"/>
              <ns1:gd name="connsiteY12-238" fmla="*/ 3295924 h 6459417"/>
              <ns1:gd name="connsiteX13-239" fmla="*/ 0 w 6858000"/>
              <ns1:gd name="connsiteY13-240" fmla="*/ 1819701 h 6459417"/>
              <ns1:gd name="connsiteX14-241" fmla="*/ 0 w 6858000"/>
              <ns1:gd name="connsiteY14-242" fmla="*/ 1675279 h 6459417"/>
              <ns1:gd name="connsiteX15-243" fmla="*/ 0 w 6858000"/>
              <ns1:gd name="connsiteY15-244" fmla="*/ 1017157 h 6459417"/>
              <ns1:gd name="connsiteX16-245" fmla="*/ 6858000 w 6858000"/>
              <ns1:gd name="connsiteY16-246" fmla="*/ 0 h 6459417"/>
              <ns1:gd name="connsiteX0-247" fmla="*/ 6858000 w 6858000"/>
              <ns1:gd name="connsiteY0-248" fmla="*/ 0 h 6459417"/>
              <ns1:gd name="connsiteX1-249" fmla="*/ 6858000 w 6858000"/>
              <ns1:gd name="connsiteY1-250" fmla="*/ 1675279 h 6459417"/>
              <ns1:gd name="connsiteX2-251" fmla="*/ 6858000 w 6858000"/>
              <ns1:gd name="connsiteY2-252" fmla="*/ 1819701 h 6459417"/>
              <ns1:gd name="connsiteX3-253" fmla="*/ 6858000 w 6858000"/>
              <ns1:gd name="connsiteY3-254" fmla="*/ 2278767 h 6459417"/>
              <ns1:gd name="connsiteX4-255" fmla="*/ 6858000 w 6858000"/>
              <ns1:gd name="connsiteY4-256" fmla="*/ 3954046 h 6459417"/>
              <ns1:gd name="connsiteX5-257" fmla="*/ 6858000 w 6858000"/>
              <ns1:gd name="connsiteY5-258" fmla="*/ 4098468 h 6459417"/>
              <ns1:gd name="connsiteX6-259" fmla="*/ 6858000 w 6858000"/>
              <ns1:gd name="connsiteY6-260" fmla="*/ 4180650 h 6459417"/>
              <ns1:gd name="connsiteX7-261" fmla="*/ 6858000 w 6858000"/>
              <ns1:gd name="connsiteY7-262" fmla="*/ 6459417 h 6459417"/>
              <ns1:gd name="connsiteX8-263" fmla="*/ 0 w 6858000"/>
              <ns1:gd name="connsiteY8-264" fmla="*/ 6459417 h 6459417"/>
              <ns1:gd name="connsiteX9-265" fmla="*/ 0 w 6858000"/>
              <ns1:gd name="connsiteY9-266" fmla="*/ 4180650 h 6459417"/>
              <ns1:gd name="connsiteX10-267" fmla="*/ 0 w 6858000"/>
              <ns1:gd name="connsiteY10-268" fmla="*/ 4098468 h 6459417"/>
              <ns1:gd name="connsiteX11-269" fmla="*/ 0 w 6858000"/>
              <ns1:gd name="connsiteY11-270" fmla="*/ 3954046 h 6459417"/>
              <ns1:gd name="connsiteX12-271" fmla="*/ 0 w 6858000"/>
              <ns1:gd name="connsiteY12-272" fmla="*/ 3295924 h 6459417"/>
              <ns1:gd name="connsiteX13-273" fmla="*/ 0 w 6858000"/>
              <ns1:gd name="connsiteY13-274" fmla="*/ 1819701 h 6459417"/>
              <ns1:gd name="connsiteX14-275" fmla="*/ 0 w 6858000"/>
              <ns1:gd name="connsiteY14-276" fmla="*/ 1675279 h 6459417"/>
              <ns1:gd name="connsiteX15-277" fmla="*/ 0 w 6858000"/>
              <ns1:gd name="connsiteY15-278" fmla="*/ 1017157 h 6459417"/>
              <ns1:gd name="connsiteX16-279" fmla="*/ 6858000 w 6858000"/>
              <ns1:gd name="connsiteY16-280" fmla="*/ 0 h 6459417"/>
              <ns1:gd name="connsiteX0-281" fmla="*/ 6858000 w 6858000"/>
              <ns1:gd name="connsiteY0-282" fmla="*/ 0 h 6459417"/>
              <ns1:gd name="connsiteX1-283" fmla="*/ 6858000 w 6858000"/>
              <ns1:gd name="connsiteY1-284" fmla="*/ 1675279 h 6459417"/>
              <ns1:gd name="connsiteX2-285" fmla="*/ 6858000 w 6858000"/>
              <ns1:gd name="connsiteY2-286" fmla="*/ 1819701 h 6459417"/>
              <ns1:gd name="connsiteX3-287" fmla="*/ 6858000 w 6858000"/>
              <ns1:gd name="connsiteY3-288" fmla="*/ 2278767 h 6459417"/>
              <ns1:gd name="connsiteX4-289" fmla="*/ 6858000 w 6858000"/>
              <ns1:gd name="connsiteY4-290" fmla="*/ 3954046 h 6459417"/>
              <ns1:gd name="connsiteX5-291" fmla="*/ 6858000 w 6858000"/>
              <ns1:gd name="connsiteY5-292" fmla="*/ 4098468 h 6459417"/>
              <ns1:gd name="connsiteX6-293" fmla="*/ 6858000 w 6858000"/>
              <ns1:gd name="connsiteY6-294" fmla="*/ 4180650 h 6459417"/>
              <ns1:gd name="connsiteX7-295" fmla="*/ 6858000 w 6858000"/>
              <ns1:gd name="connsiteY7-296" fmla="*/ 6459417 h 6459417"/>
              <ns1:gd name="connsiteX8-297" fmla="*/ 0 w 6858000"/>
              <ns1:gd name="connsiteY8-298" fmla="*/ 6459417 h 6459417"/>
              <ns1:gd name="connsiteX9-299" fmla="*/ 0 w 6858000"/>
              <ns1:gd name="connsiteY9-300" fmla="*/ 4180650 h 6459417"/>
              <ns1:gd name="connsiteX10-301" fmla="*/ 0 w 6858000"/>
              <ns1:gd name="connsiteY10-302" fmla="*/ 4098468 h 6459417"/>
              <ns1:gd name="connsiteX11-303" fmla="*/ 0 w 6858000"/>
              <ns1:gd name="connsiteY11-304" fmla="*/ 3954046 h 6459417"/>
              <ns1:gd name="connsiteX12-305" fmla="*/ 0 w 6858000"/>
              <ns1:gd name="connsiteY12-306" fmla="*/ 3295924 h 6459417"/>
              <ns1:gd name="connsiteX13-307" fmla="*/ 0 w 6858000"/>
              <ns1:gd name="connsiteY13-308" fmla="*/ 1819701 h 6459417"/>
              <ns1:gd name="connsiteX14-309" fmla="*/ 0 w 6858000"/>
              <ns1:gd name="connsiteY14-310" fmla="*/ 1675279 h 6459417"/>
              <ns1:gd name="connsiteX15-311" fmla="*/ 0 w 6858000"/>
              <ns1:gd name="connsiteY15-312" fmla="*/ 1017157 h 6459417"/>
              <ns1:gd name="connsiteX16-313" fmla="*/ 6858000 w 6858000"/>
              <ns1:gd name="connsiteY16-314" fmla="*/ 0 h 6459417"/>
              <ns1:gd name="connsiteX0-315" fmla="*/ 6858000 w 6858000"/>
              <ns1:gd name="connsiteY0-316" fmla="*/ 0 h 6459417"/>
              <ns1:gd name="connsiteX1-317" fmla="*/ 6858000 w 6858000"/>
              <ns1:gd name="connsiteY1-318" fmla="*/ 1675279 h 6459417"/>
              <ns1:gd name="connsiteX2-319" fmla="*/ 6858000 w 6858000"/>
              <ns1:gd name="connsiteY2-320" fmla="*/ 1819701 h 6459417"/>
              <ns1:gd name="connsiteX3-321" fmla="*/ 6858000 w 6858000"/>
              <ns1:gd name="connsiteY3-322" fmla="*/ 2278767 h 6459417"/>
              <ns1:gd name="connsiteX4-323" fmla="*/ 6858000 w 6858000"/>
              <ns1:gd name="connsiteY4-324" fmla="*/ 3954046 h 6459417"/>
              <ns1:gd name="connsiteX5-325" fmla="*/ 6858000 w 6858000"/>
              <ns1:gd name="connsiteY5-326" fmla="*/ 4098468 h 6459417"/>
              <ns1:gd name="connsiteX6-327" fmla="*/ 6858000 w 6858000"/>
              <ns1:gd name="connsiteY6-328" fmla="*/ 4180650 h 6459417"/>
              <ns1:gd name="connsiteX7-329" fmla="*/ 6858000 w 6858000"/>
              <ns1:gd name="connsiteY7-330" fmla="*/ 6459417 h 6459417"/>
              <ns1:gd name="connsiteX8-331" fmla="*/ 0 w 6858000"/>
              <ns1:gd name="connsiteY8-332" fmla="*/ 6459417 h 6459417"/>
              <ns1:gd name="connsiteX9-333" fmla="*/ 0 w 6858000"/>
              <ns1:gd name="connsiteY9-334" fmla="*/ 4180650 h 6459417"/>
              <ns1:gd name="connsiteX10-335" fmla="*/ 0 w 6858000"/>
              <ns1:gd name="connsiteY10-336" fmla="*/ 4098468 h 6459417"/>
              <ns1:gd name="connsiteX11-337" fmla="*/ 0 w 6858000"/>
              <ns1:gd name="connsiteY11-338" fmla="*/ 3954046 h 6459417"/>
              <ns1:gd name="connsiteX12-339" fmla="*/ 0 w 6858000"/>
              <ns1:gd name="connsiteY12-340" fmla="*/ 3295924 h 6459417"/>
              <ns1:gd name="connsiteX13-341" fmla="*/ 0 w 6858000"/>
              <ns1:gd name="connsiteY13-342" fmla="*/ 1819701 h 6459417"/>
              <ns1:gd name="connsiteX14-343" fmla="*/ 0 w 6858000"/>
              <ns1:gd name="connsiteY14-344" fmla="*/ 1675279 h 6459417"/>
              <ns1:gd name="connsiteX15-345" fmla="*/ 0 w 6858000"/>
              <ns1:gd name="connsiteY15-346" fmla="*/ 1017157 h 6459417"/>
              <ns1:gd name="connsiteX16-347" fmla="*/ 6858000 w 6858000"/>
              <ns1:gd name="connsiteY16-348" fmla="*/ 0 h 6459417"/>
              <ns1:gd name="connsiteX0-349" fmla="*/ 6858000 w 6858000"/>
              <ns1:gd name="connsiteY0-350" fmla="*/ 0 h 6459417"/>
              <ns1:gd name="connsiteX1-351" fmla="*/ 6858000 w 6858000"/>
              <ns1:gd name="connsiteY1-352" fmla="*/ 1675279 h 6459417"/>
              <ns1:gd name="connsiteX2-353" fmla="*/ 6858000 w 6858000"/>
              <ns1:gd name="connsiteY2-354" fmla="*/ 1819701 h 6459417"/>
              <ns1:gd name="connsiteX3-355" fmla="*/ 6858000 w 6858000"/>
              <ns1:gd name="connsiteY3-356" fmla="*/ 2278767 h 6459417"/>
              <ns1:gd name="connsiteX4-357" fmla="*/ 6858000 w 6858000"/>
              <ns1:gd name="connsiteY4-358" fmla="*/ 3954046 h 6459417"/>
              <ns1:gd name="connsiteX5-359" fmla="*/ 6858000 w 6858000"/>
              <ns1:gd name="connsiteY5-360" fmla="*/ 4098468 h 6459417"/>
              <ns1:gd name="connsiteX6-361" fmla="*/ 6858000 w 6858000"/>
              <ns1:gd name="connsiteY6-362" fmla="*/ 4180650 h 6459417"/>
              <ns1:gd name="connsiteX7-363" fmla="*/ 6858000 w 6858000"/>
              <ns1:gd name="connsiteY7-364" fmla="*/ 6459417 h 6459417"/>
              <ns1:gd name="connsiteX8-365" fmla="*/ 0 w 6858000"/>
              <ns1:gd name="connsiteY8-366" fmla="*/ 6459417 h 6459417"/>
              <ns1:gd name="connsiteX9-367" fmla="*/ 0 w 6858000"/>
              <ns1:gd name="connsiteY9-368" fmla="*/ 4180650 h 6459417"/>
              <ns1:gd name="connsiteX10-369" fmla="*/ 0 w 6858000"/>
              <ns1:gd name="connsiteY10-370" fmla="*/ 4098468 h 6459417"/>
              <ns1:gd name="connsiteX11-371" fmla="*/ 0 w 6858000"/>
              <ns1:gd name="connsiteY11-372" fmla="*/ 3954046 h 6459417"/>
              <ns1:gd name="connsiteX12-373" fmla="*/ 0 w 6858000"/>
              <ns1:gd name="connsiteY12-374" fmla="*/ 3295924 h 6459417"/>
              <ns1:gd name="connsiteX13-375" fmla="*/ 0 w 6858000"/>
              <ns1:gd name="connsiteY13-376" fmla="*/ 1819701 h 6459417"/>
              <ns1:gd name="connsiteX14-377" fmla="*/ 0 w 6858000"/>
              <ns1:gd name="connsiteY14-378" fmla="*/ 1675279 h 6459417"/>
              <ns1:gd name="connsiteX15-379" fmla="*/ 0 w 6858000"/>
              <ns1:gd name="connsiteY15-380" fmla="*/ 1017157 h 6459417"/>
              <ns1:gd name="connsiteX16-381" fmla="*/ 6858000 w 6858000"/>
              <ns1:gd name="connsiteY16-382" fmla="*/ 0 h 6459417"/>
              <ns1:gd name="connsiteX0-383" fmla="*/ 6858000 w 6858000"/>
              <ns1:gd name="connsiteY0-384" fmla="*/ 0 h 6459417"/>
              <ns1:gd name="connsiteX1-385" fmla="*/ 6858000 w 6858000"/>
              <ns1:gd name="connsiteY1-386" fmla="*/ 1675279 h 6459417"/>
              <ns1:gd name="connsiteX2-387" fmla="*/ 6858000 w 6858000"/>
              <ns1:gd name="connsiteY2-388" fmla="*/ 1819701 h 6459417"/>
              <ns1:gd name="connsiteX3-389" fmla="*/ 6858000 w 6858000"/>
              <ns1:gd name="connsiteY3-390" fmla="*/ 2278767 h 6459417"/>
              <ns1:gd name="connsiteX4-391" fmla="*/ 6858000 w 6858000"/>
              <ns1:gd name="connsiteY4-392" fmla="*/ 3954046 h 6459417"/>
              <ns1:gd name="connsiteX5-393" fmla="*/ 6858000 w 6858000"/>
              <ns1:gd name="connsiteY5-394" fmla="*/ 4098468 h 6459417"/>
              <ns1:gd name="connsiteX6-395" fmla="*/ 6858000 w 6858000"/>
              <ns1:gd name="connsiteY6-396" fmla="*/ 4180650 h 6459417"/>
              <ns1:gd name="connsiteX7-397" fmla="*/ 6858000 w 6858000"/>
              <ns1:gd name="connsiteY7-398" fmla="*/ 6459417 h 6459417"/>
              <ns1:gd name="connsiteX8-399" fmla="*/ 0 w 6858000"/>
              <ns1:gd name="connsiteY8-400" fmla="*/ 6459417 h 6459417"/>
              <ns1:gd name="connsiteX9-401" fmla="*/ 0 w 6858000"/>
              <ns1:gd name="connsiteY9-402" fmla="*/ 4180650 h 6459417"/>
              <ns1:gd name="connsiteX10-403" fmla="*/ 0 w 6858000"/>
              <ns1:gd name="connsiteY10-404" fmla="*/ 4098468 h 6459417"/>
              <ns1:gd name="connsiteX11-405" fmla="*/ 0 w 6858000"/>
              <ns1:gd name="connsiteY11-406" fmla="*/ 3954046 h 6459417"/>
              <ns1:gd name="connsiteX12-407" fmla="*/ 0 w 6858000"/>
              <ns1:gd name="connsiteY12-408" fmla="*/ 3295924 h 6459417"/>
              <ns1:gd name="connsiteX13-409" fmla="*/ 0 w 6858000"/>
              <ns1:gd name="connsiteY13-410" fmla="*/ 1819701 h 6459417"/>
              <ns1:gd name="connsiteX14-411" fmla="*/ 0 w 6858000"/>
              <ns1:gd name="connsiteY14-412" fmla="*/ 1675279 h 6459417"/>
              <ns1:gd name="connsiteX15-413" fmla="*/ 0 w 6858000"/>
              <ns1:gd name="connsiteY15-414" fmla="*/ 1017157 h 6459417"/>
              <ns1:gd name="connsiteX16-415" fmla="*/ 6858000 w 6858000"/>
              <ns1:gd name="connsiteY16-416" fmla="*/ 0 h 6459417"/>
              <ns1:gd name="connsiteX0-417" fmla="*/ 6858003 w 6858003"/>
              <ns1:gd name="connsiteY0-418" fmla="*/ 0 h 6735189"/>
              <ns1:gd name="connsiteX1-419" fmla="*/ 6858000 w 6858003"/>
              <ns1:gd name="connsiteY1-420" fmla="*/ 1951051 h 6735189"/>
              <ns1:gd name="connsiteX2-421" fmla="*/ 6858000 w 6858003"/>
              <ns1:gd name="connsiteY2-422" fmla="*/ 2095473 h 6735189"/>
              <ns1:gd name="connsiteX3-423" fmla="*/ 6858000 w 6858003"/>
              <ns1:gd name="connsiteY3-424" fmla="*/ 2554539 h 6735189"/>
              <ns1:gd name="connsiteX4-425" fmla="*/ 6858000 w 6858003"/>
              <ns1:gd name="connsiteY4-426" fmla="*/ 4229818 h 6735189"/>
              <ns1:gd name="connsiteX5-427" fmla="*/ 6858000 w 6858003"/>
              <ns1:gd name="connsiteY5-428" fmla="*/ 4374240 h 6735189"/>
              <ns1:gd name="connsiteX6-429" fmla="*/ 6858000 w 6858003"/>
              <ns1:gd name="connsiteY6-430" fmla="*/ 4456422 h 6735189"/>
              <ns1:gd name="connsiteX7-431" fmla="*/ 6858000 w 6858003"/>
              <ns1:gd name="connsiteY7-432" fmla="*/ 6735189 h 6735189"/>
              <ns1:gd name="connsiteX8-433" fmla="*/ 0 w 6858003"/>
              <ns1:gd name="connsiteY8-434" fmla="*/ 6735189 h 6735189"/>
              <ns1:gd name="connsiteX9-435" fmla="*/ 0 w 6858003"/>
              <ns1:gd name="connsiteY9-436" fmla="*/ 4456422 h 6735189"/>
              <ns1:gd name="connsiteX10-437" fmla="*/ 0 w 6858003"/>
              <ns1:gd name="connsiteY10-438" fmla="*/ 4374240 h 6735189"/>
              <ns1:gd name="connsiteX11-439" fmla="*/ 0 w 6858003"/>
              <ns1:gd name="connsiteY11-440" fmla="*/ 4229818 h 6735189"/>
              <ns1:gd name="connsiteX12-441" fmla="*/ 0 w 6858003"/>
              <ns1:gd name="connsiteY12-442" fmla="*/ 3571696 h 6735189"/>
              <ns1:gd name="connsiteX13-443" fmla="*/ 0 w 6858003"/>
              <ns1:gd name="connsiteY13-444" fmla="*/ 2095473 h 6735189"/>
              <ns1:gd name="connsiteX14-445" fmla="*/ 0 w 6858003"/>
              <ns1:gd name="connsiteY14-446" fmla="*/ 1951051 h 6735189"/>
              <ns1:gd name="connsiteX15-447" fmla="*/ 0 w 6858003"/>
              <ns1:gd name="connsiteY15-448" fmla="*/ 1292929 h 6735189"/>
              <ns1:gd name="connsiteX16-449" fmla="*/ 6858003 w 6858003"/>
              <ns1:gd name="connsiteY16-450" fmla="*/ 0 h 6735189"/>
              <ns1:gd name="connsiteX0-451" fmla="*/ 6858003 w 6858003"/>
              <ns1:gd name="connsiteY0-452" fmla="*/ 0 h 6735189"/>
              <ns1:gd name="connsiteX1-453" fmla="*/ 6858000 w 6858003"/>
              <ns1:gd name="connsiteY1-454" fmla="*/ 1951051 h 6735189"/>
              <ns1:gd name="connsiteX2-455" fmla="*/ 6858000 w 6858003"/>
              <ns1:gd name="connsiteY2-456" fmla="*/ 2095473 h 6735189"/>
              <ns1:gd name="connsiteX3-457" fmla="*/ 6858000 w 6858003"/>
              <ns1:gd name="connsiteY3-458" fmla="*/ 2554539 h 6735189"/>
              <ns1:gd name="connsiteX4-459" fmla="*/ 6858000 w 6858003"/>
              <ns1:gd name="connsiteY4-460" fmla="*/ 4229818 h 6735189"/>
              <ns1:gd name="connsiteX5-461" fmla="*/ 6858000 w 6858003"/>
              <ns1:gd name="connsiteY5-462" fmla="*/ 4374240 h 6735189"/>
              <ns1:gd name="connsiteX6-463" fmla="*/ 6858000 w 6858003"/>
              <ns1:gd name="connsiteY6-464" fmla="*/ 4456422 h 6735189"/>
              <ns1:gd name="connsiteX7-465" fmla="*/ 6858000 w 6858003"/>
              <ns1:gd name="connsiteY7-466" fmla="*/ 6735189 h 6735189"/>
              <ns1:gd name="connsiteX8-467" fmla="*/ 0 w 6858003"/>
              <ns1:gd name="connsiteY8-468" fmla="*/ 6735189 h 6735189"/>
              <ns1:gd name="connsiteX9-469" fmla="*/ 0 w 6858003"/>
              <ns1:gd name="connsiteY9-470" fmla="*/ 4456422 h 6735189"/>
              <ns1:gd name="connsiteX10-471" fmla="*/ 0 w 6858003"/>
              <ns1:gd name="connsiteY10-472" fmla="*/ 4374240 h 6735189"/>
              <ns1:gd name="connsiteX11-473" fmla="*/ 0 w 6858003"/>
              <ns1:gd name="connsiteY11-474" fmla="*/ 4229818 h 6735189"/>
              <ns1:gd name="connsiteX12-475" fmla="*/ 0 w 6858003"/>
              <ns1:gd name="connsiteY12-476" fmla="*/ 3571696 h 6735189"/>
              <ns1:gd name="connsiteX13-477" fmla="*/ 0 w 6858003"/>
              <ns1:gd name="connsiteY13-478" fmla="*/ 2095473 h 6735189"/>
              <ns1:gd name="connsiteX14-479" fmla="*/ 0 w 6858003"/>
              <ns1:gd name="connsiteY14-480" fmla="*/ 1951051 h 6735189"/>
              <ns1:gd name="connsiteX15-481" fmla="*/ 0 w 6858003"/>
              <ns1:gd name="connsiteY15-482" fmla="*/ 1292929 h 6735189"/>
              <ns1:gd name="connsiteX16-483" fmla="*/ 6858003 w 6858003"/>
              <ns1:gd name="connsiteY16-484" fmla="*/ 0 h 6735189"/>
              <ns1:gd name="connsiteX0-485" fmla="*/ 6858003 w 6858003"/>
              <ns1:gd name="connsiteY0-486" fmla="*/ 0 h 6735189"/>
              <ns1:gd name="connsiteX1-487" fmla="*/ 6858000 w 6858003"/>
              <ns1:gd name="connsiteY1-488" fmla="*/ 1951051 h 6735189"/>
              <ns1:gd name="connsiteX2-489" fmla="*/ 6858000 w 6858003"/>
              <ns1:gd name="connsiteY2-490" fmla="*/ 2095473 h 6735189"/>
              <ns1:gd name="connsiteX3-491" fmla="*/ 6858000 w 6858003"/>
              <ns1:gd name="connsiteY3-492" fmla="*/ 2554539 h 6735189"/>
              <ns1:gd name="connsiteX4-493" fmla="*/ 6858000 w 6858003"/>
              <ns1:gd name="connsiteY4-494" fmla="*/ 4229818 h 6735189"/>
              <ns1:gd name="connsiteX5-495" fmla="*/ 6858000 w 6858003"/>
              <ns1:gd name="connsiteY5-496" fmla="*/ 4374240 h 6735189"/>
              <ns1:gd name="connsiteX6-497" fmla="*/ 6858000 w 6858003"/>
              <ns1:gd name="connsiteY6-498" fmla="*/ 4456422 h 6735189"/>
              <ns1:gd name="connsiteX7-499" fmla="*/ 6858000 w 6858003"/>
              <ns1:gd name="connsiteY7-500" fmla="*/ 6735189 h 6735189"/>
              <ns1:gd name="connsiteX8-501" fmla="*/ 0 w 6858003"/>
              <ns1:gd name="connsiteY8-502" fmla="*/ 6735189 h 6735189"/>
              <ns1:gd name="connsiteX9-503" fmla="*/ 0 w 6858003"/>
              <ns1:gd name="connsiteY9-504" fmla="*/ 4456422 h 6735189"/>
              <ns1:gd name="connsiteX10-505" fmla="*/ 0 w 6858003"/>
              <ns1:gd name="connsiteY10-506" fmla="*/ 4374240 h 6735189"/>
              <ns1:gd name="connsiteX11-507" fmla="*/ 0 w 6858003"/>
              <ns1:gd name="connsiteY11-508" fmla="*/ 4229818 h 6735189"/>
              <ns1:gd name="connsiteX12-509" fmla="*/ 0 w 6858003"/>
              <ns1:gd name="connsiteY12-510" fmla="*/ 3571696 h 6735189"/>
              <ns1:gd name="connsiteX13-511" fmla="*/ 0 w 6858003"/>
              <ns1:gd name="connsiteY13-512" fmla="*/ 2095473 h 6735189"/>
              <ns1:gd name="connsiteX14-513" fmla="*/ 0 w 6858003"/>
              <ns1:gd name="connsiteY14-514" fmla="*/ 1951051 h 6735189"/>
              <ns1:gd name="connsiteX15-515" fmla="*/ 0 w 6858003"/>
              <ns1:gd name="connsiteY15-516" fmla="*/ 1292929 h 6735189"/>
              <ns1:gd name="connsiteX16-517" fmla="*/ 6858003 w 6858003"/>
              <ns1:gd name="connsiteY16-518" fmla="*/ 0 h 6735189"/>
              <ns1:gd name="connsiteX0-519" fmla="*/ 6858003 w 6858003"/>
              <ns1:gd name="connsiteY0-520" fmla="*/ 0 h 6735189"/>
              <ns1:gd name="connsiteX1-521" fmla="*/ 6858000 w 6858003"/>
              <ns1:gd name="connsiteY1-522" fmla="*/ 1951051 h 6735189"/>
              <ns1:gd name="connsiteX2-523" fmla="*/ 6858000 w 6858003"/>
              <ns1:gd name="connsiteY2-524" fmla="*/ 2095473 h 6735189"/>
              <ns1:gd name="connsiteX3-525" fmla="*/ 6858000 w 6858003"/>
              <ns1:gd name="connsiteY3-526" fmla="*/ 2554539 h 6735189"/>
              <ns1:gd name="connsiteX4-527" fmla="*/ 6858000 w 6858003"/>
              <ns1:gd name="connsiteY4-528" fmla="*/ 4229818 h 6735189"/>
              <ns1:gd name="connsiteX5-529" fmla="*/ 6858000 w 6858003"/>
              <ns1:gd name="connsiteY5-530" fmla="*/ 4374240 h 6735189"/>
              <ns1:gd name="connsiteX6-531" fmla="*/ 6858000 w 6858003"/>
              <ns1:gd name="connsiteY6-532" fmla="*/ 4456422 h 6735189"/>
              <ns1:gd name="connsiteX7-533" fmla="*/ 6858000 w 6858003"/>
              <ns1:gd name="connsiteY7-534" fmla="*/ 6735189 h 6735189"/>
              <ns1:gd name="connsiteX8-535" fmla="*/ 0 w 6858003"/>
              <ns1:gd name="connsiteY8-536" fmla="*/ 6735189 h 6735189"/>
              <ns1:gd name="connsiteX9-537" fmla="*/ 0 w 6858003"/>
              <ns1:gd name="connsiteY9-538" fmla="*/ 4456422 h 6735189"/>
              <ns1:gd name="connsiteX10-539" fmla="*/ 0 w 6858003"/>
              <ns1:gd name="connsiteY10-540" fmla="*/ 4374240 h 6735189"/>
              <ns1:gd name="connsiteX11-541" fmla="*/ 0 w 6858003"/>
              <ns1:gd name="connsiteY11-542" fmla="*/ 4229818 h 6735189"/>
              <ns1:gd name="connsiteX12-543" fmla="*/ 0 w 6858003"/>
              <ns1:gd name="connsiteY12-544" fmla="*/ 3571696 h 6735189"/>
              <ns1:gd name="connsiteX13-545" fmla="*/ 0 w 6858003"/>
              <ns1:gd name="connsiteY13-546" fmla="*/ 2095473 h 6735189"/>
              <ns1:gd name="connsiteX14-547" fmla="*/ 0 w 6858003"/>
              <ns1:gd name="connsiteY14-548" fmla="*/ 1951051 h 6735189"/>
              <ns1:gd name="connsiteX15-549" fmla="*/ 0 w 6858003"/>
              <ns1:gd name="connsiteY15-550" fmla="*/ 1292929 h 6735189"/>
              <ns1:gd name="connsiteX16-551" fmla="*/ 6858003 w 6858003"/>
              <ns1:gd name="connsiteY16-552" fmla="*/ 0 h 6735189"/>
              <ns1:gd name="connsiteX0-553" fmla="*/ 6858003 w 6858003"/>
              <ns1:gd name="connsiteY0-554" fmla="*/ 0 h 6735189"/>
              <ns1:gd name="connsiteX1-555" fmla="*/ 6858000 w 6858003"/>
              <ns1:gd name="connsiteY1-556" fmla="*/ 1951051 h 6735189"/>
              <ns1:gd name="connsiteX2-557" fmla="*/ 6858000 w 6858003"/>
              <ns1:gd name="connsiteY2-558" fmla="*/ 2095473 h 6735189"/>
              <ns1:gd name="connsiteX3-559" fmla="*/ 6858000 w 6858003"/>
              <ns1:gd name="connsiteY3-560" fmla="*/ 2554539 h 6735189"/>
              <ns1:gd name="connsiteX4-561" fmla="*/ 6858000 w 6858003"/>
              <ns1:gd name="connsiteY4-562" fmla="*/ 4229818 h 6735189"/>
              <ns1:gd name="connsiteX5-563" fmla="*/ 6858000 w 6858003"/>
              <ns1:gd name="connsiteY5-564" fmla="*/ 4374240 h 6735189"/>
              <ns1:gd name="connsiteX6-565" fmla="*/ 6858000 w 6858003"/>
              <ns1:gd name="connsiteY6-566" fmla="*/ 4456422 h 6735189"/>
              <ns1:gd name="connsiteX7-567" fmla="*/ 6858000 w 6858003"/>
              <ns1:gd name="connsiteY7-568" fmla="*/ 6735189 h 6735189"/>
              <ns1:gd name="connsiteX8-569" fmla="*/ 0 w 6858003"/>
              <ns1:gd name="connsiteY8-570" fmla="*/ 6735189 h 6735189"/>
              <ns1:gd name="connsiteX9-571" fmla="*/ 0 w 6858003"/>
              <ns1:gd name="connsiteY9-572" fmla="*/ 4456422 h 6735189"/>
              <ns1:gd name="connsiteX10-573" fmla="*/ 0 w 6858003"/>
              <ns1:gd name="connsiteY10-574" fmla="*/ 4374240 h 6735189"/>
              <ns1:gd name="connsiteX11-575" fmla="*/ 0 w 6858003"/>
              <ns1:gd name="connsiteY11-576" fmla="*/ 4229818 h 6735189"/>
              <ns1:gd name="connsiteX12-577" fmla="*/ 0 w 6858003"/>
              <ns1:gd name="connsiteY12-578" fmla="*/ 3571696 h 6735189"/>
              <ns1:gd name="connsiteX13-579" fmla="*/ 0 w 6858003"/>
              <ns1:gd name="connsiteY13-580" fmla="*/ 2095473 h 6735189"/>
              <ns1:gd name="connsiteX14-581" fmla="*/ 0 w 6858003"/>
              <ns1:gd name="connsiteY14-582" fmla="*/ 1951051 h 6735189"/>
              <ns1:gd name="connsiteX15-583" fmla="*/ 0 w 6858003"/>
              <ns1:gd name="connsiteY15-584" fmla="*/ 1292929 h 6735189"/>
              <ns1:gd name="connsiteX16-585" fmla="*/ 6858003 w 6858003"/>
              <ns1:gd name="connsiteY16-586" fmla="*/ 0 h 6735189"/>
              <ns1:gd name="connsiteX0-587" fmla="*/ 6858003 w 6858003"/>
              <ns1:gd name="connsiteY0-588" fmla="*/ 0 h 7431875"/>
              <ns1:gd name="connsiteX1-589" fmla="*/ 6858000 w 6858003"/>
              <ns1:gd name="connsiteY1-590" fmla="*/ 2647737 h 7431875"/>
              <ns1:gd name="connsiteX2-591" fmla="*/ 6858000 w 6858003"/>
              <ns1:gd name="connsiteY2-592" fmla="*/ 2792159 h 7431875"/>
              <ns1:gd name="connsiteX3-593" fmla="*/ 6858000 w 6858003"/>
              <ns1:gd name="connsiteY3-594" fmla="*/ 3251225 h 7431875"/>
              <ns1:gd name="connsiteX4-595" fmla="*/ 6858000 w 6858003"/>
              <ns1:gd name="connsiteY4-596" fmla="*/ 4926504 h 7431875"/>
              <ns1:gd name="connsiteX5-597" fmla="*/ 6858000 w 6858003"/>
              <ns1:gd name="connsiteY5-598" fmla="*/ 5070926 h 7431875"/>
              <ns1:gd name="connsiteX6-599" fmla="*/ 6858000 w 6858003"/>
              <ns1:gd name="connsiteY6-600" fmla="*/ 5153108 h 7431875"/>
              <ns1:gd name="connsiteX7-601" fmla="*/ 6858000 w 6858003"/>
              <ns1:gd name="connsiteY7-602" fmla="*/ 7431875 h 7431875"/>
              <ns1:gd name="connsiteX8-603" fmla="*/ 0 w 6858003"/>
              <ns1:gd name="connsiteY8-604" fmla="*/ 7431875 h 7431875"/>
              <ns1:gd name="connsiteX9-605" fmla="*/ 0 w 6858003"/>
              <ns1:gd name="connsiteY9-606" fmla="*/ 5153108 h 7431875"/>
              <ns1:gd name="connsiteX10-607" fmla="*/ 0 w 6858003"/>
              <ns1:gd name="connsiteY10-608" fmla="*/ 5070926 h 7431875"/>
              <ns1:gd name="connsiteX11-609" fmla="*/ 0 w 6858003"/>
              <ns1:gd name="connsiteY11-610" fmla="*/ 4926504 h 7431875"/>
              <ns1:gd name="connsiteX12-611" fmla="*/ 0 w 6858003"/>
              <ns1:gd name="connsiteY12-612" fmla="*/ 4268382 h 7431875"/>
              <ns1:gd name="connsiteX13-613" fmla="*/ 0 w 6858003"/>
              <ns1:gd name="connsiteY13-614" fmla="*/ 2792159 h 7431875"/>
              <ns1:gd name="connsiteX14-615" fmla="*/ 0 w 6858003"/>
              <ns1:gd name="connsiteY14-616" fmla="*/ 2647737 h 7431875"/>
              <ns1:gd name="connsiteX15-617" fmla="*/ 0 w 6858003"/>
              <ns1:gd name="connsiteY15-618" fmla="*/ 1989615 h 7431875"/>
              <ns1:gd name="connsiteX16-619" fmla="*/ 6858003 w 6858003"/>
              <ns1:gd name="connsiteY16-620" fmla="*/ 0 h 7431875"/>
              <ns1:gd name="connsiteX0-621" fmla="*/ 6872517 w 6872517"/>
              <ns1:gd name="connsiteY0-622" fmla="*/ 0 h 7431875"/>
              <ns1:gd name="connsiteX1-623" fmla="*/ 6872514 w 6872517"/>
              <ns1:gd name="connsiteY1-624" fmla="*/ 2647737 h 7431875"/>
              <ns1:gd name="connsiteX2-625" fmla="*/ 6872514 w 6872517"/>
              <ns1:gd name="connsiteY2-626" fmla="*/ 2792159 h 7431875"/>
              <ns1:gd name="connsiteX3-627" fmla="*/ 6872514 w 6872517"/>
              <ns1:gd name="connsiteY3-628" fmla="*/ 3251225 h 7431875"/>
              <ns1:gd name="connsiteX4-629" fmla="*/ 6872514 w 6872517"/>
              <ns1:gd name="connsiteY4-630" fmla="*/ 4926504 h 7431875"/>
              <ns1:gd name="connsiteX5-631" fmla="*/ 6872514 w 6872517"/>
              <ns1:gd name="connsiteY5-632" fmla="*/ 5070926 h 7431875"/>
              <ns1:gd name="connsiteX6-633" fmla="*/ 6872514 w 6872517"/>
              <ns1:gd name="connsiteY6-634" fmla="*/ 5153108 h 7431875"/>
              <ns1:gd name="connsiteX7-635" fmla="*/ 6872514 w 6872517"/>
              <ns1:gd name="connsiteY7-636" fmla="*/ 7431875 h 7431875"/>
              <ns1:gd name="connsiteX8-637" fmla="*/ 14514 w 6872517"/>
              <ns1:gd name="connsiteY8-638" fmla="*/ 7431875 h 7431875"/>
              <ns1:gd name="connsiteX9-639" fmla="*/ 14514 w 6872517"/>
              <ns1:gd name="connsiteY9-640" fmla="*/ 5153108 h 7431875"/>
              <ns1:gd name="connsiteX10-641" fmla="*/ 14514 w 6872517"/>
              <ns1:gd name="connsiteY10-642" fmla="*/ 5070926 h 7431875"/>
              <ns1:gd name="connsiteX11-643" fmla="*/ 14514 w 6872517"/>
              <ns1:gd name="connsiteY11-644" fmla="*/ 4926504 h 7431875"/>
              <ns1:gd name="connsiteX12-645" fmla="*/ 14514 w 6872517"/>
              <ns1:gd name="connsiteY12-646" fmla="*/ 4268382 h 7431875"/>
              <ns1:gd name="connsiteX13-647" fmla="*/ 14514 w 6872517"/>
              <ns1:gd name="connsiteY13-648" fmla="*/ 2792159 h 7431875"/>
              <ns1:gd name="connsiteX14-649" fmla="*/ 14514 w 6872517"/>
              <ns1:gd name="connsiteY14-650" fmla="*/ 2647737 h 7431875"/>
              <ns1:gd name="connsiteX15-651" fmla="*/ 0 w 6872517"/>
              <ns1:gd name="connsiteY15-652" fmla="*/ 480129 h 7431875"/>
              <ns1:gd name="connsiteX16-653" fmla="*/ 6872517 w 6872517"/>
              <ns1:gd name="connsiteY16-654" fmla="*/ 0 h 7431875"/>
              <ns1:gd name="connsiteX0-655" fmla="*/ 6858003 w 6858003"/>
              <ns1:gd name="connsiteY0-656" fmla="*/ 0 h 7431875"/>
              <ns1:gd name="connsiteX1-657" fmla="*/ 6858000 w 6858003"/>
              <ns1:gd name="connsiteY1-658" fmla="*/ 2647737 h 7431875"/>
              <ns1:gd name="connsiteX2-659" fmla="*/ 6858000 w 6858003"/>
              <ns1:gd name="connsiteY2-660" fmla="*/ 2792159 h 7431875"/>
              <ns1:gd name="connsiteX3-661" fmla="*/ 6858000 w 6858003"/>
              <ns1:gd name="connsiteY3-662" fmla="*/ 3251225 h 7431875"/>
              <ns1:gd name="connsiteX4-663" fmla="*/ 6858000 w 6858003"/>
              <ns1:gd name="connsiteY4-664" fmla="*/ 4926504 h 7431875"/>
              <ns1:gd name="connsiteX5-665" fmla="*/ 6858000 w 6858003"/>
              <ns1:gd name="connsiteY5-666" fmla="*/ 5070926 h 7431875"/>
              <ns1:gd name="connsiteX6-667" fmla="*/ 6858000 w 6858003"/>
              <ns1:gd name="connsiteY6-668" fmla="*/ 5153108 h 7431875"/>
              <ns1:gd name="connsiteX7-669" fmla="*/ 6858000 w 6858003"/>
              <ns1:gd name="connsiteY7-670" fmla="*/ 7431875 h 7431875"/>
              <ns1:gd name="connsiteX8-671" fmla="*/ 0 w 6858003"/>
              <ns1:gd name="connsiteY8-672" fmla="*/ 7431875 h 7431875"/>
              <ns1:gd name="connsiteX9-673" fmla="*/ 0 w 6858003"/>
              <ns1:gd name="connsiteY9-674" fmla="*/ 5153108 h 7431875"/>
              <ns1:gd name="connsiteX10-675" fmla="*/ 0 w 6858003"/>
              <ns1:gd name="connsiteY10-676" fmla="*/ 5070926 h 7431875"/>
              <ns1:gd name="connsiteX11-677" fmla="*/ 0 w 6858003"/>
              <ns1:gd name="connsiteY11-678" fmla="*/ 4926504 h 7431875"/>
              <ns1:gd name="connsiteX12-679" fmla="*/ 0 w 6858003"/>
              <ns1:gd name="connsiteY12-680" fmla="*/ 4268382 h 7431875"/>
              <ns1:gd name="connsiteX13-681" fmla="*/ 0 w 6858003"/>
              <ns1:gd name="connsiteY13-682" fmla="*/ 2792159 h 7431875"/>
              <ns1:gd name="connsiteX14-683" fmla="*/ 0 w 6858003"/>
              <ns1:gd name="connsiteY14-684" fmla="*/ 2647737 h 7431875"/>
              <ns1:gd name="connsiteX15-685" fmla="*/ 0 w 6858003"/>
              <ns1:gd name="connsiteY15-686" fmla="*/ 552701 h 7431875"/>
              <ns1:gd name="connsiteX16-687" fmla="*/ 6858003 w 6858003"/>
              <ns1:gd name="connsiteY16-688" fmla="*/ 0 h 7431875"/>
              <ns1:gd name="connsiteX0-689" fmla="*/ 6858003 w 6858003"/>
              <ns1:gd name="connsiteY0-690" fmla="*/ 0 h 7431875"/>
              <ns1:gd name="connsiteX1-691" fmla="*/ 6858000 w 6858003"/>
              <ns1:gd name="connsiteY1-692" fmla="*/ 2647737 h 7431875"/>
              <ns1:gd name="connsiteX2-693" fmla="*/ 6858000 w 6858003"/>
              <ns1:gd name="connsiteY2-694" fmla="*/ 2792159 h 7431875"/>
              <ns1:gd name="connsiteX3-695" fmla="*/ 6858000 w 6858003"/>
              <ns1:gd name="connsiteY3-696" fmla="*/ 3251225 h 7431875"/>
              <ns1:gd name="connsiteX4-697" fmla="*/ 6858000 w 6858003"/>
              <ns1:gd name="connsiteY4-698" fmla="*/ 4926504 h 7431875"/>
              <ns1:gd name="connsiteX5-699" fmla="*/ 6858000 w 6858003"/>
              <ns1:gd name="connsiteY5-700" fmla="*/ 5070926 h 7431875"/>
              <ns1:gd name="connsiteX6-701" fmla="*/ 6858000 w 6858003"/>
              <ns1:gd name="connsiteY6-702" fmla="*/ 5153108 h 7431875"/>
              <ns1:gd name="connsiteX7-703" fmla="*/ 6858000 w 6858003"/>
              <ns1:gd name="connsiteY7-704" fmla="*/ 7431875 h 7431875"/>
              <ns1:gd name="connsiteX8-705" fmla="*/ 0 w 6858003"/>
              <ns1:gd name="connsiteY8-706" fmla="*/ 7431875 h 7431875"/>
              <ns1:gd name="connsiteX9-707" fmla="*/ 0 w 6858003"/>
              <ns1:gd name="connsiteY9-708" fmla="*/ 5153108 h 7431875"/>
              <ns1:gd name="connsiteX10-709" fmla="*/ 0 w 6858003"/>
              <ns1:gd name="connsiteY10-710" fmla="*/ 5070926 h 7431875"/>
              <ns1:gd name="connsiteX11-711" fmla="*/ 0 w 6858003"/>
              <ns1:gd name="connsiteY11-712" fmla="*/ 4926504 h 7431875"/>
              <ns1:gd name="connsiteX12-713" fmla="*/ 0 w 6858003"/>
              <ns1:gd name="connsiteY12-714" fmla="*/ 4268382 h 7431875"/>
              <ns1:gd name="connsiteX13-715" fmla="*/ 0 w 6858003"/>
              <ns1:gd name="connsiteY13-716" fmla="*/ 2792159 h 7431875"/>
              <ns1:gd name="connsiteX14-717" fmla="*/ 0 w 6858003"/>
              <ns1:gd name="connsiteY14-718" fmla="*/ 552701 h 7431875"/>
              <ns1:gd name="connsiteX15-719" fmla="*/ 6858003 w 6858003"/>
              <ns1:gd name="connsiteY15-720" fmla="*/ 0 h 7431875"/>
              <ns1:gd name="connsiteX0-721" fmla="*/ 6858003 w 6858003"/>
              <ns1:gd name="connsiteY0-722" fmla="*/ 0 h 7431875"/>
              <ns1:gd name="connsiteX1-723" fmla="*/ 6858000 w 6858003"/>
              <ns1:gd name="connsiteY1-724" fmla="*/ 2647737 h 7431875"/>
              <ns1:gd name="connsiteX2-725" fmla="*/ 6858000 w 6858003"/>
              <ns1:gd name="connsiteY2-726" fmla="*/ 2792159 h 7431875"/>
              <ns1:gd name="connsiteX3-727" fmla="*/ 6858000 w 6858003"/>
              <ns1:gd name="connsiteY3-728" fmla="*/ 3251225 h 7431875"/>
              <ns1:gd name="connsiteX4-729" fmla="*/ 6858000 w 6858003"/>
              <ns1:gd name="connsiteY4-730" fmla="*/ 4926504 h 7431875"/>
              <ns1:gd name="connsiteX5-731" fmla="*/ 6858000 w 6858003"/>
              <ns1:gd name="connsiteY5-732" fmla="*/ 5070926 h 7431875"/>
              <ns1:gd name="connsiteX6-733" fmla="*/ 6858000 w 6858003"/>
              <ns1:gd name="connsiteY6-734" fmla="*/ 5153108 h 7431875"/>
              <ns1:gd name="connsiteX7-735" fmla="*/ 6858000 w 6858003"/>
              <ns1:gd name="connsiteY7-736" fmla="*/ 7431875 h 7431875"/>
              <ns1:gd name="connsiteX8-737" fmla="*/ 0 w 6858003"/>
              <ns1:gd name="connsiteY8-738" fmla="*/ 7431875 h 7431875"/>
              <ns1:gd name="connsiteX9-739" fmla="*/ 0 w 6858003"/>
              <ns1:gd name="connsiteY9-740" fmla="*/ 5153108 h 7431875"/>
              <ns1:gd name="connsiteX10-741" fmla="*/ 0 w 6858003"/>
              <ns1:gd name="connsiteY10-742" fmla="*/ 5070926 h 7431875"/>
              <ns1:gd name="connsiteX11-743" fmla="*/ 0 w 6858003"/>
              <ns1:gd name="connsiteY11-744" fmla="*/ 4926504 h 7431875"/>
              <ns1:gd name="connsiteX12-745" fmla="*/ 0 w 6858003"/>
              <ns1:gd name="connsiteY12-746" fmla="*/ 4268382 h 7431875"/>
              <ns1:gd name="connsiteX13-747" fmla="*/ 0 w 6858003"/>
              <ns1:gd name="connsiteY13-748" fmla="*/ 552701 h 7431875"/>
              <ns1:gd name="connsiteX14-749" fmla="*/ 6858003 w 6858003"/>
              <ns1:gd name="connsiteY14-750" fmla="*/ 0 h 7431875"/>
              <ns1:gd name="connsiteX0-751" fmla="*/ 6858003 w 6858003"/>
              <ns1:gd name="connsiteY0-752" fmla="*/ 0 h 7431875"/>
              <ns1:gd name="connsiteX1-753" fmla="*/ 6858000 w 6858003"/>
              <ns1:gd name="connsiteY1-754" fmla="*/ 2647737 h 7431875"/>
              <ns1:gd name="connsiteX2-755" fmla="*/ 6858000 w 6858003"/>
              <ns1:gd name="connsiteY2-756" fmla="*/ 2792159 h 7431875"/>
              <ns1:gd name="connsiteX3-757" fmla="*/ 6858000 w 6858003"/>
              <ns1:gd name="connsiteY3-758" fmla="*/ 3251225 h 7431875"/>
              <ns1:gd name="connsiteX4-759" fmla="*/ 6858000 w 6858003"/>
              <ns1:gd name="connsiteY4-760" fmla="*/ 4926504 h 7431875"/>
              <ns1:gd name="connsiteX5-761" fmla="*/ 6858000 w 6858003"/>
              <ns1:gd name="connsiteY5-762" fmla="*/ 5070926 h 7431875"/>
              <ns1:gd name="connsiteX6-763" fmla="*/ 6858000 w 6858003"/>
              <ns1:gd name="connsiteY6-764" fmla="*/ 5153108 h 7431875"/>
              <ns1:gd name="connsiteX7-765" fmla="*/ 6858000 w 6858003"/>
              <ns1:gd name="connsiteY7-766" fmla="*/ 7431875 h 7431875"/>
              <ns1:gd name="connsiteX8-767" fmla="*/ 0 w 6858003"/>
              <ns1:gd name="connsiteY8-768" fmla="*/ 7431875 h 7431875"/>
              <ns1:gd name="connsiteX9-769" fmla="*/ 0 w 6858003"/>
              <ns1:gd name="connsiteY9-770" fmla="*/ 5153108 h 7431875"/>
              <ns1:gd name="connsiteX10-771" fmla="*/ 0 w 6858003"/>
              <ns1:gd name="connsiteY10-772" fmla="*/ 5070926 h 7431875"/>
              <ns1:gd name="connsiteX11-773" fmla="*/ 0 w 6858003"/>
              <ns1:gd name="connsiteY11-774" fmla="*/ 4926504 h 7431875"/>
              <ns1:gd name="connsiteX12-775" fmla="*/ 0 w 6858003"/>
              <ns1:gd name="connsiteY12-776" fmla="*/ 552701 h 7431875"/>
              <ns1:gd name="connsiteX13-777" fmla="*/ 6858003 w 6858003"/>
              <ns1:gd name="connsiteY13-778" fmla="*/ 0 h 7431875"/>
              <ns1:gd name="connsiteX0-779" fmla="*/ 6858003 w 6858003"/>
              <ns1:gd name="connsiteY0-780" fmla="*/ 0 h 7431875"/>
              <ns1:gd name="connsiteX1-781" fmla="*/ 6858000 w 6858003"/>
              <ns1:gd name="connsiteY1-782" fmla="*/ 2647737 h 7431875"/>
              <ns1:gd name="connsiteX2-783" fmla="*/ 6858000 w 6858003"/>
              <ns1:gd name="connsiteY2-784" fmla="*/ 2792159 h 7431875"/>
              <ns1:gd name="connsiteX3-785" fmla="*/ 6858000 w 6858003"/>
              <ns1:gd name="connsiteY3-786" fmla="*/ 3251225 h 7431875"/>
              <ns1:gd name="connsiteX4-787" fmla="*/ 6858000 w 6858003"/>
              <ns1:gd name="connsiteY4-788" fmla="*/ 4926504 h 7431875"/>
              <ns1:gd name="connsiteX5-789" fmla="*/ 6858000 w 6858003"/>
              <ns1:gd name="connsiteY5-790" fmla="*/ 5070926 h 7431875"/>
              <ns1:gd name="connsiteX6-791" fmla="*/ 6858000 w 6858003"/>
              <ns1:gd name="connsiteY6-792" fmla="*/ 5153108 h 7431875"/>
              <ns1:gd name="connsiteX7-793" fmla="*/ 6858000 w 6858003"/>
              <ns1:gd name="connsiteY7-794" fmla="*/ 7431875 h 7431875"/>
              <ns1:gd name="connsiteX8-795" fmla="*/ 0 w 6858003"/>
              <ns1:gd name="connsiteY8-796" fmla="*/ 7431875 h 7431875"/>
              <ns1:gd name="connsiteX9-797" fmla="*/ 0 w 6858003"/>
              <ns1:gd name="connsiteY9-798" fmla="*/ 5153108 h 7431875"/>
              <ns1:gd name="connsiteX10-799" fmla="*/ 0 w 6858003"/>
              <ns1:gd name="connsiteY10-800" fmla="*/ 5070926 h 7431875"/>
              <ns1:gd name="connsiteX11-801" fmla="*/ 0 w 6858003"/>
              <ns1:gd name="connsiteY11-802" fmla="*/ 552701 h 7431875"/>
              <ns1:gd name="connsiteX12-803" fmla="*/ 6858003 w 6858003"/>
              <ns1:gd name="connsiteY12-804" fmla="*/ 0 h 7431875"/>
              <ns1:gd name="connsiteX0-805" fmla="*/ 6858003 w 6858003"/>
              <ns1:gd name="connsiteY0-806" fmla="*/ 0 h 7431875"/>
              <ns1:gd name="connsiteX1-807" fmla="*/ 6858000 w 6858003"/>
              <ns1:gd name="connsiteY1-808" fmla="*/ 2647737 h 7431875"/>
              <ns1:gd name="connsiteX2-809" fmla="*/ 6858000 w 6858003"/>
              <ns1:gd name="connsiteY2-810" fmla="*/ 2792159 h 7431875"/>
              <ns1:gd name="connsiteX3-811" fmla="*/ 6858000 w 6858003"/>
              <ns1:gd name="connsiteY3-812" fmla="*/ 3251225 h 7431875"/>
              <ns1:gd name="connsiteX4-813" fmla="*/ 6858000 w 6858003"/>
              <ns1:gd name="connsiteY4-814" fmla="*/ 4926504 h 7431875"/>
              <ns1:gd name="connsiteX5-815" fmla="*/ 6858000 w 6858003"/>
              <ns1:gd name="connsiteY5-816" fmla="*/ 5070926 h 7431875"/>
              <ns1:gd name="connsiteX6-817" fmla="*/ 6858000 w 6858003"/>
              <ns1:gd name="connsiteY6-818" fmla="*/ 5153108 h 7431875"/>
              <ns1:gd name="connsiteX7-819" fmla="*/ 6858000 w 6858003"/>
              <ns1:gd name="connsiteY7-820" fmla="*/ 7431875 h 7431875"/>
              <ns1:gd name="connsiteX8-821" fmla="*/ 0 w 6858003"/>
              <ns1:gd name="connsiteY8-822" fmla="*/ 7431875 h 7431875"/>
              <ns1:gd name="connsiteX9-823" fmla="*/ 0 w 6858003"/>
              <ns1:gd name="connsiteY9-824" fmla="*/ 5153108 h 7431875"/>
              <ns1:gd name="connsiteX10-825" fmla="*/ 0 w 6858003"/>
              <ns1:gd name="connsiteY10-826" fmla="*/ 552701 h 7431875"/>
              <ns1:gd name="connsiteX11-827" fmla="*/ 6858003 w 6858003"/>
              <ns1:gd name="connsiteY11-828" fmla="*/ 0 h 7431875"/>
              <ns1:gd name="connsiteX0-829" fmla="*/ 6858003 w 6858003"/>
              <ns1:gd name="connsiteY0-830" fmla="*/ 0 h 7431875"/>
              <ns1:gd name="connsiteX1-831" fmla="*/ 6858000 w 6858003"/>
              <ns1:gd name="connsiteY1-832" fmla="*/ 2647737 h 7431875"/>
              <ns1:gd name="connsiteX2-833" fmla="*/ 6858000 w 6858003"/>
              <ns1:gd name="connsiteY2-834" fmla="*/ 2792159 h 7431875"/>
              <ns1:gd name="connsiteX3-835" fmla="*/ 6858000 w 6858003"/>
              <ns1:gd name="connsiteY3-836" fmla="*/ 3251225 h 7431875"/>
              <ns1:gd name="connsiteX4-837" fmla="*/ 6858000 w 6858003"/>
              <ns1:gd name="connsiteY4-838" fmla="*/ 4926504 h 7431875"/>
              <ns1:gd name="connsiteX5-839" fmla="*/ 6858000 w 6858003"/>
              <ns1:gd name="connsiteY5-840" fmla="*/ 5070926 h 7431875"/>
              <ns1:gd name="connsiteX6-841" fmla="*/ 6858000 w 6858003"/>
              <ns1:gd name="connsiteY6-842" fmla="*/ 5153108 h 7431875"/>
              <ns1:gd name="connsiteX7-843" fmla="*/ 6858000 w 6858003"/>
              <ns1:gd name="connsiteY7-844" fmla="*/ 7431875 h 7431875"/>
              <ns1:gd name="connsiteX8-845" fmla="*/ 0 w 6858003"/>
              <ns1:gd name="connsiteY8-846" fmla="*/ 7431875 h 7431875"/>
              <ns1:gd name="connsiteX9-847" fmla="*/ 0 w 6858003"/>
              <ns1:gd name="connsiteY9-848" fmla="*/ 552701 h 7431875"/>
              <ns1:gd name="connsiteX10-849" fmla="*/ 6858003 w 6858003"/>
              <ns1:gd name="connsiteY10-850" fmla="*/ 0 h 7431875"/>
              <ns1:gd name="connsiteX0-851" fmla="*/ 6858003 w 6858003"/>
              <ns1:gd name="connsiteY0-852" fmla="*/ 0 h 7431875"/>
              <ns1:gd name="connsiteX1-853" fmla="*/ 6858000 w 6858003"/>
              <ns1:gd name="connsiteY1-854" fmla="*/ 2647737 h 7431875"/>
              <ns1:gd name="connsiteX2-855" fmla="*/ 6858000 w 6858003"/>
              <ns1:gd name="connsiteY2-856" fmla="*/ 2792159 h 7431875"/>
              <ns1:gd name="connsiteX3-857" fmla="*/ 6858000 w 6858003"/>
              <ns1:gd name="connsiteY3-858" fmla="*/ 3251225 h 7431875"/>
              <ns1:gd name="connsiteX4-859" fmla="*/ 6858000 w 6858003"/>
              <ns1:gd name="connsiteY4-860" fmla="*/ 4926504 h 7431875"/>
              <ns1:gd name="connsiteX5-861" fmla="*/ 6858000 w 6858003"/>
              <ns1:gd name="connsiteY5-862" fmla="*/ 5070926 h 7431875"/>
              <ns1:gd name="connsiteX6-863" fmla="*/ 6858000 w 6858003"/>
              <ns1:gd name="connsiteY6-864" fmla="*/ 7431875 h 7431875"/>
              <ns1:gd name="connsiteX7-865" fmla="*/ 0 w 6858003"/>
              <ns1:gd name="connsiteY7-866" fmla="*/ 7431875 h 7431875"/>
              <ns1:gd name="connsiteX8-867" fmla="*/ 0 w 6858003"/>
              <ns1:gd name="connsiteY8-868" fmla="*/ 552701 h 7431875"/>
              <ns1:gd name="connsiteX9-869" fmla="*/ 6858003 w 6858003"/>
              <ns1:gd name="connsiteY9-870" fmla="*/ 0 h 7431875"/>
              <ns1:gd name="connsiteX0-871" fmla="*/ 6858003 w 6858003"/>
              <ns1:gd name="connsiteY0-872" fmla="*/ 0 h 7431875"/>
              <ns1:gd name="connsiteX1-873" fmla="*/ 6858000 w 6858003"/>
              <ns1:gd name="connsiteY1-874" fmla="*/ 2647737 h 7431875"/>
              <ns1:gd name="connsiteX2-875" fmla="*/ 6858000 w 6858003"/>
              <ns1:gd name="connsiteY2-876" fmla="*/ 2792159 h 7431875"/>
              <ns1:gd name="connsiteX3-877" fmla="*/ 6858000 w 6858003"/>
              <ns1:gd name="connsiteY3-878" fmla="*/ 3251225 h 7431875"/>
              <ns1:gd name="connsiteX4-879" fmla="*/ 6858000 w 6858003"/>
              <ns1:gd name="connsiteY4-880" fmla="*/ 4926504 h 7431875"/>
              <ns1:gd name="connsiteX5-881" fmla="*/ 6858000 w 6858003"/>
              <ns1:gd name="connsiteY5-882" fmla="*/ 7431875 h 7431875"/>
              <ns1:gd name="connsiteX6-883" fmla="*/ 0 w 6858003"/>
              <ns1:gd name="connsiteY6-884" fmla="*/ 7431875 h 7431875"/>
              <ns1:gd name="connsiteX7-885" fmla="*/ 0 w 6858003"/>
              <ns1:gd name="connsiteY7-886" fmla="*/ 552701 h 7431875"/>
              <ns1:gd name="connsiteX8-887" fmla="*/ 6858003 w 6858003"/>
              <ns1:gd name="connsiteY8-888" fmla="*/ 0 h 7431875"/>
              <ns1:gd name="connsiteX0-889" fmla="*/ 6858003 w 6858003"/>
              <ns1:gd name="connsiteY0-890" fmla="*/ 0 h 7431875"/>
              <ns1:gd name="connsiteX1-891" fmla="*/ 6858000 w 6858003"/>
              <ns1:gd name="connsiteY1-892" fmla="*/ 2647737 h 7431875"/>
              <ns1:gd name="connsiteX2-893" fmla="*/ 6858000 w 6858003"/>
              <ns1:gd name="connsiteY2-894" fmla="*/ 2792159 h 7431875"/>
              <ns1:gd name="connsiteX3-895" fmla="*/ 6858000 w 6858003"/>
              <ns1:gd name="connsiteY3-896" fmla="*/ 3251225 h 7431875"/>
              <ns1:gd name="connsiteX4-897" fmla="*/ 6858000 w 6858003"/>
              <ns1:gd name="connsiteY4-898" fmla="*/ 7431875 h 7431875"/>
              <ns1:gd name="connsiteX5-899" fmla="*/ 0 w 6858003"/>
              <ns1:gd name="connsiteY5-900" fmla="*/ 7431875 h 7431875"/>
              <ns1:gd name="connsiteX6-901" fmla="*/ 0 w 6858003"/>
              <ns1:gd name="connsiteY6-902" fmla="*/ 552701 h 7431875"/>
              <ns1:gd name="connsiteX7-903" fmla="*/ 6858003 w 6858003"/>
              <ns1:gd name="connsiteY7-904" fmla="*/ 0 h 7431875"/>
              <ns1:gd name="connsiteX0-905" fmla="*/ 6858003 w 6858003"/>
              <ns1:gd name="connsiteY0-906" fmla="*/ 0 h 7431875"/>
              <ns1:gd name="connsiteX1-907" fmla="*/ 6858000 w 6858003"/>
              <ns1:gd name="connsiteY1-908" fmla="*/ 2647737 h 7431875"/>
              <ns1:gd name="connsiteX2-909" fmla="*/ 6858000 w 6858003"/>
              <ns1:gd name="connsiteY2-910" fmla="*/ 2792159 h 7431875"/>
              <ns1:gd name="connsiteX3-911" fmla="*/ 6858000 w 6858003"/>
              <ns1:gd name="connsiteY3-912" fmla="*/ 7431875 h 7431875"/>
              <ns1:gd name="connsiteX4-913" fmla="*/ 0 w 6858003"/>
              <ns1:gd name="connsiteY4-914" fmla="*/ 7431875 h 7431875"/>
              <ns1:gd name="connsiteX5-915" fmla="*/ 0 w 6858003"/>
              <ns1:gd name="connsiteY5-916" fmla="*/ 552701 h 7431875"/>
              <ns1:gd name="connsiteX6-917" fmla="*/ 6858003 w 6858003"/>
              <ns1:gd name="connsiteY6-918" fmla="*/ 0 h 7431875"/>
              <ns1:gd name="connsiteX0-919" fmla="*/ 6858003 w 6858003"/>
              <ns1:gd name="connsiteY0-920" fmla="*/ 0 h 7431875"/>
              <ns1:gd name="connsiteX1-921" fmla="*/ 6858000 w 6858003"/>
              <ns1:gd name="connsiteY1-922" fmla="*/ 2647737 h 7431875"/>
              <ns1:gd name="connsiteX2-923" fmla="*/ 6858000 w 6858003"/>
              <ns1:gd name="connsiteY2-924" fmla="*/ 7431875 h 7431875"/>
              <ns1:gd name="connsiteX3-925" fmla="*/ 0 w 6858003"/>
              <ns1:gd name="connsiteY3-926" fmla="*/ 7431875 h 7431875"/>
              <ns1:gd name="connsiteX4-927" fmla="*/ 0 w 6858003"/>
              <ns1:gd name="connsiteY4-928" fmla="*/ 552701 h 7431875"/>
              <ns1:gd name="connsiteX5-929" fmla="*/ 6858003 w 6858003"/>
              <ns1:gd name="connsiteY5-930" fmla="*/ 0 h 7431875"/>
              <ns1:gd name="connsiteX0-931" fmla="*/ 6872517 w 6872517"/>
              <ns1:gd name="connsiteY0-932" fmla="*/ 42385 h 6879174"/>
              <ns1:gd name="connsiteX1-933" fmla="*/ 6858000 w 6872517"/>
              <ns1:gd name="connsiteY1-934" fmla="*/ 2095036 h 6879174"/>
              <ns1:gd name="connsiteX2-935" fmla="*/ 6858000 w 6872517"/>
              <ns1:gd name="connsiteY2-936" fmla="*/ 6879174 h 6879174"/>
              <ns1:gd name="connsiteX3-937" fmla="*/ 0 w 6872517"/>
              <ns1:gd name="connsiteY3-938" fmla="*/ 6879174 h 6879174"/>
              <ns1:gd name="connsiteX4-939" fmla="*/ 0 w 6872517"/>
              <ns1:gd name="connsiteY4-940" fmla="*/ 0 h 6879174"/>
              <ns1:gd name="connsiteX5-941" fmla="*/ 6872517 w 6872517"/>
              <ns1:gd name="connsiteY5-942" fmla="*/ 42385 h 6879174"/>
              <ns1:gd name="connsiteX0-943" fmla="*/ 6872520 w 6872520"/>
              <ns1:gd name="connsiteY0-944" fmla="*/ 0 h 6880332"/>
              <ns1:gd name="connsiteX1-945" fmla="*/ 6858000 w 6872520"/>
              <ns1:gd name="connsiteY1-946" fmla="*/ 2096194 h 6880332"/>
              <ns1:gd name="connsiteX2-947" fmla="*/ 6858000 w 6872520"/>
              <ns1:gd name="connsiteY2-948" fmla="*/ 6880332 h 6880332"/>
              <ns1:gd name="connsiteX3-949" fmla="*/ 0 w 6872520"/>
              <ns1:gd name="connsiteY3-950" fmla="*/ 6880332 h 6880332"/>
              <ns1:gd name="connsiteX4-951" fmla="*/ 0 w 6872520"/>
              <ns1:gd name="connsiteY4-952" fmla="*/ 1158 h 6880332"/>
              <ns1:gd name="connsiteX5-953" fmla="*/ 6872520 w 6872520"/>
              <ns1:gd name="connsiteY5-954" fmla="*/ 0 h 6880332"/>
              <ns1:gd name="connsiteX0-955" fmla="*/ 6872520 w 6872520"/>
              <ns1:gd name="connsiteY0-956" fmla="*/ 0 h 6880332"/>
              <ns1:gd name="connsiteX1-957" fmla="*/ 6858000 w 6872520"/>
              <ns1:gd name="connsiteY1-958" fmla="*/ 2096194 h 6880332"/>
              <ns1:gd name="connsiteX2-959" fmla="*/ 6858000 w 6872520"/>
              <ns1:gd name="connsiteY2-960" fmla="*/ 6880332 h 6880332"/>
              <ns1:gd name="connsiteX3-961" fmla="*/ 0 w 6872520"/>
              <ns1:gd name="connsiteY3-962" fmla="*/ 6880332 h 6880332"/>
              <ns1:gd name="connsiteX4-963" fmla="*/ 0 w 6872520"/>
              <ns1:gd name="connsiteY4-964" fmla="*/ 1158 h 6880332"/>
              <ns1:gd name="connsiteX5-965" fmla="*/ 6872520 w 6872520"/>
              <ns1:gd name="connsiteY5-966" fmla="*/ 0 h 6880332"/>
              <ns1:gd name="connsiteX0-967" fmla="*/ 6843491 w 6858000"/>
              <ns1:gd name="connsiteY0-968" fmla="*/ 202042 h 6879174"/>
              <ns1:gd name="connsiteX1-969" fmla="*/ 6858000 w 6858000"/>
              <ns1:gd name="connsiteY1-970" fmla="*/ 2095036 h 6879174"/>
              <ns1:gd name="connsiteX2-971" fmla="*/ 6858000 w 6858000"/>
              <ns1:gd name="connsiteY2-972" fmla="*/ 6879174 h 6879174"/>
              <ns1:gd name="connsiteX3-973" fmla="*/ 0 w 6858000"/>
              <ns1:gd name="connsiteY3-974" fmla="*/ 6879174 h 6879174"/>
              <ns1:gd name="connsiteX4-975" fmla="*/ 0 w 6858000"/>
              <ns1:gd name="connsiteY4-976" fmla="*/ 0 h 6879174"/>
              <ns1:gd name="connsiteX5-977" fmla="*/ 6843491 w 6858000"/>
              <ns1:gd name="connsiteY5-978" fmla="*/ 202042 h 6879174"/>
              <ns1:gd name="connsiteX0-979" fmla="*/ 6843491 w 6858000"/>
              <ns1:gd name="connsiteY0-980" fmla="*/ 202042 h 6879174"/>
              <ns1:gd name="connsiteX1-981" fmla="*/ 6858000 w 6858000"/>
              <ns1:gd name="connsiteY1-982" fmla="*/ 2095036 h 6879174"/>
              <ns1:gd name="connsiteX2-983" fmla="*/ 6858000 w 6858000"/>
              <ns1:gd name="connsiteY2-984" fmla="*/ 6879174 h 6879174"/>
              <ns1:gd name="connsiteX3-985" fmla="*/ 0 w 6858000"/>
              <ns1:gd name="connsiteY3-986" fmla="*/ 6879174 h 6879174"/>
              <ns1:gd name="connsiteX4-987" fmla="*/ 0 w 6858000"/>
              <ns1:gd name="connsiteY4-988" fmla="*/ 0 h 6879174"/>
              <ns1:gd name="connsiteX5-989" fmla="*/ 6843491 w 6858000"/>
              <ns1:gd name="connsiteY5-990" fmla="*/ 202042 h 6879174"/>
              <ns1:gd name="connsiteX0-991" fmla="*/ 6843491 w 6858000"/>
              <ns1:gd name="connsiteY0-992" fmla="*/ 202042 h 6879174"/>
              <ns1:gd name="connsiteX1-993" fmla="*/ 6858000 w 6858000"/>
              <ns1:gd name="connsiteY1-994" fmla="*/ 2095036 h 6879174"/>
              <ns1:gd name="connsiteX2-995" fmla="*/ 6858000 w 6858000"/>
              <ns1:gd name="connsiteY2-996" fmla="*/ 6879174 h 6879174"/>
              <ns1:gd name="connsiteX3-997" fmla="*/ 0 w 6858000"/>
              <ns1:gd name="connsiteY3-998" fmla="*/ 6879174 h 6879174"/>
              <ns1:gd name="connsiteX4-999" fmla="*/ 0 w 6858000"/>
              <ns1:gd name="connsiteY4-1000" fmla="*/ 0 h 6879174"/>
              <ns1:gd name="connsiteX5-1001" fmla="*/ 6843491 w 6858000"/>
              <ns1:gd name="connsiteY5-1002" fmla="*/ 202042 h 6879174"/>
              <ns1:gd name="connsiteX0-1003" fmla="*/ 6856191 w 6858000"/>
              <ns1:gd name="connsiteY0-1004" fmla="*/ 214742 h 6879174"/>
              <ns1:gd name="connsiteX1-1005" fmla="*/ 6858000 w 6858000"/>
              <ns1:gd name="connsiteY1-1006" fmla="*/ 2095036 h 6879174"/>
              <ns1:gd name="connsiteX2-1007" fmla="*/ 6858000 w 6858000"/>
              <ns1:gd name="connsiteY2-1008" fmla="*/ 6879174 h 6879174"/>
              <ns1:gd name="connsiteX3-1009" fmla="*/ 0 w 6858000"/>
              <ns1:gd name="connsiteY3-1010" fmla="*/ 6879174 h 6879174"/>
              <ns1:gd name="connsiteX4-1011" fmla="*/ 0 w 6858000"/>
              <ns1:gd name="connsiteY4-1012" fmla="*/ 0 h 6879174"/>
              <ns1:gd name="connsiteX5-1013" fmla="*/ 6856191 w 6858000"/>
              <ns1:gd name="connsiteY5-1014" fmla="*/ 214742 h 6879174"/>
              <ns1:gd name="connsiteX0-1015" fmla="*/ 6856191 w 6858000"/>
              <ns1:gd name="connsiteY0-1016" fmla="*/ 209979 h 6879174"/>
              <ns1:gd name="connsiteX1-1017" fmla="*/ 6858000 w 6858000"/>
              <ns1:gd name="connsiteY1-1018" fmla="*/ 2095036 h 6879174"/>
              <ns1:gd name="connsiteX2-1019" fmla="*/ 6858000 w 6858000"/>
              <ns1:gd name="connsiteY2-1020" fmla="*/ 6879174 h 6879174"/>
              <ns1:gd name="connsiteX3-1021" fmla="*/ 0 w 6858000"/>
              <ns1:gd name="connsiteY3-1022" fmla="*/ 6879174 h 6879174"/>
              <ns1:gd name="connsiteX4-1023" fmla="*/ 0 w 6858000"/>
              <ns1:gd name="connsiteY4-1024" fmla="*/ 0 h 6879174"/>
              <ns1:gd name="connsiteX5-1025" fmla="*/ 6856191 w 6858000"/>
              <ns1:gd name="connsiteY5-1026" fmla="*/ 209979 h 6879174"/>
              <ns1:gd name="connsiteX0-1027" fmla="*/ 6868891 w 6868891"/>
              <ns1:gd name="connsiteY0-1028" fmla="*/ 197279 h 6879174"/>
              <ns1:gd name="connsiteX1-1029" fmla="*/ 6858000 w 6868891"/>
              <ns1:gd name="connsiteY1-1030" fmla="*/ 2095036 h 6879174"/>
              <ns1:gd name="connsiteX2-1031" fmla="*/ 6858000 w 6868891"/>
              <ns1:gd name="connsiteY2-1032" fmla="*/ 6879174 h 6879174"/>
              <ns1:gd name="connsiteX3-1033" fmla="*/ 0 w 6868891"/>
              <ns1:gd name="connsiteY3-1034" fmla="*/ 6879174 h 6879174"/>
              <ns1:gd name="connsiteX4-1035" fmla="*/ 0 w 6868891"/>
              <ns1:gd name="connsiteY4-1036" fmla="*/ 0 h 6879174"/>
              <ns1:gd name="connsiteX5-1037" fmla="*/ 6868891 w 6868891"/>
              <ns1:gd name="connsiteY5-1038" fmla="*/ 197279 h 6879174"/>
              <ns1:gd name="connsiteX0-1039" fmla="*/ 6868891 w 7721392"/>
              <ns1:gd name="connsiteY0-1040" fmla="*/ 197279 h 6879174"/>
              <ns1:gd name="connsiteX1-1041" fmla="*/ 6858000 w 7721392"/>
              <ns1:gd name="connsiteY1-1042" fmla="*/ 6879174 h 6879174"/>
              <ns1:gd name="connsiteX2-1043" fmla="*/ 0 w 7721392"/>
              <ns1:gd name="connsiteY2-1044" fmla="*/ 6879174 h 6879174"/>
              <ns1:gd name="connsiteX3-1045" fmla="*/ 0 w 7721392"/>
              <ns1:gd name="connsiteY3-1046" fmla="*/ 0 h 6879174"/>
              <ns1:gd name="connsiteX4-1047" fmla="*/ 6868891 w 7721392"/>
              <ns1:gd name="connsiteY4-1048" fmla="*/ 197279 h 6879174"/>
              <ns1:gd name="connsiteX0-1049" fmla="*/ 6868891 w 7373946"/>
              <ns1:gd name="connsiteY0-1050" fmla="*/ 197279 h 6879174"/>
              <ns1:gd name="connsiteX1-1051" fmla="*/ 6858000 w 7373946"/>
              <ns1:gd name="connsiteY1-1052" fmla="*/ 6879174 h 6879174"/>
              <ns1:gd name="connsiteX2-1053" fmla="*/ 0 w 7373946"/>
              <ns1:gd name="connsiteY2-1054" fmla="*/ 6879174 h 6879174"/>
              <ns1:gd name="connsiteX3-1055" fmla="*/ 0 w 7373946"/>
              <ns1:gd name="connsiteY3-1056" fmla="*/ 0 h 6879174"/>
              <ns1:gd name="connsiteX4-1057" fmla="*/ 6868891 w 7373946"/>
              <ns1:gd name="connsiteY4-1058" fmla="*/ 197279 h 6879174"/>
              <ns1:gd name="connsiteX0-1059" fmla="*/ 6868891 w 8182025"/>
              <ns1:gd name="connsiteY0-1060" fmla="*/ 197279 h 6879174"/>
              <ns1:gd name="connsiteX1-1061" fmla="*/ 6858000 w 8182025"/>
              <ns1:gd name="connsiteY1-1062" fmla="*/ 6879174 h 6879174"/>
              <ns1:gd name="connsiteX2-1063" fmla="*/ 0 w 8182025"/>
              <ns1:gd name="connsiteY2-1064" fmla="*/ 6879174 h 6879174"/>
              <ns1:gd name="connsiteX3-1065" fmla="*/ 0 w 8182025"/>
              <ns1:gd name="connsiteY3-1066" fmla="*/ 0 h 6879174"/>
              <ns1:gd name="connsiteX4-1067" fmla="*/ 6868891 w 8182025"/>
              <ns1:gd name="connsiteY4-1068" fmla="*/ 197279 h 6879174"/>
              <ns1:gd name="connsiteX0-1069" fmla="*/ 6868891 w 8182025"/>
              <ns1:gd name="connsiteY0-1070" fmla="*/ 197279 h 6879174"/>
              <ns1:gd name="connsiteX1-1071" fmla="*/ 6858000 w 8182025"/>
              <ns1:gd name="connsiteY1-1072" fmla="*/ 6879174 h 6879174"/>
              <ns1:gd name="connsiteX2-1073" fmla="*/ 0 w 8182025"/>
              <ns1:gd name="connsiteY2-1074" fmla="*/ 6879174 h 6879174"/>
              <ns1:gd name="connsiteX3-1075" fmla="*/ 0 w 8182025"/>
              <ns1:gd name="connsiteY3-1076" fmla="*/ 0 h 6879174"/>
              <ns1:gd name="connsiteX4-1077" fmla="*/ 6868891 w 8182025"/>
              <ns1:gd name="connsiteY4-1078" fmla="*/ 197279 h 6879174"/>
              <ns1:gd name="connsiteX0-1079" fmla="*/ 6868891 w 8182025"/>
              <ns1:gd name="connsiteY0-1080" fmla="*/ 197279 h 6879174"/>
              <ns1:gd name="connsiteX1-1081" fmla="*/ 6858000 w 8182025"/>
              <ns1:gd name="connsiteY1-1082" fmla="*/ 6879174 h 6879174"/>
              <ns1:gd name="connsiteX2-1083" fmla="*/ 0 w 8182025"/>
              <ns1:gd name="connsiteY2-1084" fmla="*/ 6879174 h 6879174"/>
              <ns1:gd name="connsiteX3-1085" fmla="*/ 0 w 8182025"/>
              <ns1:gd name="connsiteY3-1086" fmla="*/ 0 h 6879174"/>
              <ns1:gd name="connsiteX4-1087" fmla="*/ 6868891 w 8182025"/>
              <ns1:gd name="connsiteY4-1088" fmla="*/ 197279 h 6879174"/>
              <ns1:gd name="connsiteX0-1089" fmla="*/ 6868891 w 8182025"/>
              <ns1:gd name="connsiteY0-1090" fmla="*/ 197279 h 6879174"/>
              <ns1:gd name="connsiteX1-1091" fmla="*/ 6858000 w 8182025"/>
              <ns1:gd name="connsiteY1-1092" fmla="*/ 6879174 h 6879174"/>
              <ns1:gd name="connsiteX2-1093" fmla="*/ 0 w 8182025"/>
              <ns1:gd name="connsiteY2-1094" fmla="*/ 6879174 h 6879174"/>
              <ns1:gd name="connsiteX3-1095" fmla="*/ 0 w 8182025"/>
              <ns1:gd name="connsiteY3-1096" fmla="*/ 0 h 6879174"/>
              <ns1:gd name="connsiteX4-1097" fmla="*/ 6868891 w 8182025"/>
              <ns1:gd name="connsiteY4-1098" fmla="*/ 197279 h 6879174"/>
              <ns1:gd name="connsiteX0-1099" fmla="*/ 6868891 w 7374082"/>
              <ns1:gd name="connsiteY0-1100" fmla="*/ 197279 h 7217839"/>
              <ns1:gd name="connsiteX1-1101" fmla="*/ 6858000 w 7374082"/>
              <ns1:gd name="connsiteY1-1102" fmla="*/ 6879174 h 7217839"/>
              <ns1:gd name="connsiteX2-1103" fmla="*/ 0 w 7374082"/>
              <ns1:gd name="connsiteY2-1104" fmla="*/ 6879174 h 7217839"/>
              <ns1:gd name="connsiteX3-1105" fmla="*/ 0 w 7374082"/>
              <ns1:gd name="connsiteY3-1106" fmla="*/ 0 h 7217839"/>
              <ns1:gd name="connsiteX4-1107" fmla="*/ 6868891 w 7374082"/>
              <ns1:gd name="connsiteY4-1108" fmla="*/ 197279 h 7217839"/>
              <ns1:gd name="connsiteX0-1109" fmla="*/ 6868891 w 7513044"/>
              <ns1:gd name="connsiteY0-1110" fmla="*/ 197279 h 6879174"/>
              <ns1:gd name="connsiteX1-1111" fmla="*/ 6858000 w 7513044"/>
              <ns1:gd name="connsiteY1-1112" fmla="*/ 6879174 h 6879174"/>
              <ns1:gd name="connsiteX2-1113" fmla="*/ 0 w 7513044"/>
              <ns1:gd name="connsiteY2-1114" fmla="*/ 6879174 h 6879174"/>
              <ns1:gd name="connsiteX3-1115" fmla="*/ 0 w 7513044"/>
              <ns1:gd name="connsiteY3-1116" fmla="*/ 0 h 6879174"/>
              <ns1:gd name="connsiteX4-1117" fmla="*/ 6868891 w 7513044"/>
              <ns1:gd name="connsiteY4-1118" fmla="*/ 197279 h 6879174"/>
              <ns1:gd name="connsiteX0-1119" fmla="*/ 6868891 w 7374082"/>
              <ns1:gd name="connsiteY0-1120" fmla="*/ 197279 h 6879174"/>
              <ns1:gd name="connsiteX1-1121" fmla="*/ 6858000 w 7374082"/>
              <ns1:gd name="connsiteY1-1122" fmla="*/ 6879174 h 6879174"/>
              <ns1:gd name="connsiteX2-1123" fmla="*/ 0 w 7374082"/>
              <ns1:gd name="connsiteY2-1124" fmla="*/ 6879174 h 6879174"/>
              <ns1:gd name="connsiteX3-1125" fmla="*/ 0 w 7374082"/>
              <ns1:gd name="connsiteY3-1126" fmla="*/ 0 h 6879174"/>
              <ns1:gd name="connsiteX4-1127" fmla="*/ 6868891 w 7374082"/>
              <ns1:gd name="connsiteY4-1128" fmla="*/ 197279 h 6879174"/>
              <ns1:gd name="connsiteX0-1129" fmla="*/ 6868891 w 6868891"/>
              <ns1:gd name="connsiteY0-1130" fmla="*/ 197279 h 6879174"/>
              <ns1:gd name="connsiteX1-1131" fmla="*/ 6858000 w 6868891"/>
              <ns1:gd name="connsiteY1-1132" fmla="*/ 6879174 h 6879174"/>
              <ns1:gd name="connsiteX2-1133" fmla="*/ 0 w 6868891"/>
              <ns1:gd name="connsiteY2-1134" fmla="*/ 6879174 h 6879174"/>
              <ns1:gd name="connsiteX3-1135" fmla="*/ 0 w 6868891"/>
              <ns1:gd name="connsiteY3-1136" fmla="*/ 0 h 6879174"/>
              <ns1:gd name="connsiteX4-1137" fmla="*/ 6868891 w 6868891"/>
              <ns1:gd name="connsiteY4-1138" fmla="*/ 197279 h 687917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6868891" h="6879174">
                <ns1:moveTo>
                  <ns1:pt x="6868891" y="197279"/>
                </ns1:moveTo>
                <ns1:cubicBezTo>
                  <ns1:pt x="6865263" y="1808265"/>
                  <ns1:pt x="6858000" y="6879174"/>
                  <ns1:pt x="6858000" y="6879174"/>
                </ns1:cubicBezTo>
                <ns1:lnTo>
                  <ns1:pt x="0" y="6879174"/>
                </ns1:lnTo>
                <ns1:lnTo>
                  <ns1:pt x="0" y="0"/>
                </ns1:lnTo>
                <ns1:cubicBezTo>
                  <ns1:pt x="2329546" y="1257529"/>
                  <ns1:pt x="4524837" y="1741029"/>
                  <ns1:pt x="6868891" y="197279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4" name="文本框 23"/>
          <ns0:cNvSpPr txBox="1"/>
          <ns0:nvPr/>
        </ns0:nvSpPr>
        <ns0:spPr>
          <ns1:xfrm>
            <ns1:off x="4444553" y="1142128"/>
            <ns1:ext cx="2885886" cy="922020"/>
          </ns1:xfrm>
          <ns1:prstGeom prst="rect">
            <ns1:avLst/>
          </ns1:prstGeom>
          <ns1:solidFill>
            <ns1:schemeClr val="bg1">
              <ns1:alpha val="0"/>
            </ns1:schemeClr>
          </ns1:solidFill>
        </ns0:spPr>
        <ns0:txBody>
          <ns1:bodyPr wrap="square">
            <ns1:spAutoFit/>
          </ns1:bodyPr>
          <ns1:lstStyle>
            <ns1:lvl1pPr eaLnBrk="0" hangingPunct="0">
              <ns1:defRPr sz="280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j-cs"/>
              </ns1:defRPr>
            </ns1:lvl1pPr>
            <ns1:lvl2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2pPr>
            <ns1:lvl3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3pPr>
            <ns1:lvl4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4pPr>
            <ns1:lvl5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5pPr>
            <ns1:lvl6pPr marL="4572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6pPr>
            <ns1:lvl7pPr marL="9144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7pPr>
            <ns1:lvl8pPr marL="13716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8pPr>
            <ns1:lvl9pPr marL="18288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9pPr>
          </ns1:lstStyle>
          <ns1:p>
            <ns1:r>
              <ns1:rPr lang="zh-CN" altLang="en-US" sz="2700" dirty="0">
                <ns1:sym typeface="微软雅黑" panose="020B0503020204020204" pitchFamily="34" charset="-122"/>
              </ns1:rPr>
              <ns1:t>培训目标</ns1:t>
            </ns1:r>
            <ns1:r>
              <ns1:rPr lang="en-US" altLang="zh-CN" sz="2700" dirty="0">
                <ns1:sym typeface="微软雅黑" panose="020B0503020204020204" pitchFamily="34" charset="-122"/>
              </ns1:rPr>
              <ns1:t>| </ns1:t>
            </ns1:r>
            <ns1:endParaRPr lang="en-US" altLang="zh-CN" sz="2700" dirty="0">
              <ns1:sym typeface="微软雅黑" panose="020B0503020204020204" pitchFamily="34" charset="-122"/>
            </ns1:endParaRPr>
          </ns1:p>
          <ns1:p>
            <ns1:r>
              <ns1:rPr lang="en-US" altLang="zh-CN" sz="2700" dirty="0">
                <ns1:sym typeface="微软雅黑" panose="020B0503020204020204" pitchFamily="34" charset="-122"/>
              </ns1:rPr>
              <ns1:t>GOAL</ns1:t>
            </ns1:r>
            <ns1:endParaRPr lang="en-US" altLang="zh-CN" sz="2700" dirty="0">
              <ns1:sym typeface="微软雅黑" panose="020B0503020204020204" pitchFamily="34" charset="-122"/>
            </ns1:endParaRPr>
          </ns1:p>
        </ns0:txBody>
      </ns0:sp>
      <ns0:pic>
        <ns0:nvPicPr>
          <ns0:cNvPr id="8" name="图片 7"/>
          <ns0:cNvPicPr/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7429500" y="619125"/>
            <ns1:ext cx="1047750" cy="1047750"/>
          </ns1:xfrm>
          <ns1:prstGeom prst="rect">
            <ns1:avLst/>
          </ns1:prstGeom>
        </ns0:spPr>
      </ns0:pic>
      <ns0:grpSp>
        <ns0:nvGrpSpPr>
          <ns0:cNvPr id="11" name="组合 10"/>
          <ns0:cNvGrpSpPr/>
          <ns0:nvPr>
            <ns0:custDataLst>
              <ns0:tags ns2:id="rId3"/>
            </ns0:custDataLst>
          </ns0:nvPr>
        </ns0:nvGrpSpPr>
        <ns0:grpSpPr>
          <ns1:xfrm>
            <ns1:off x="4538366" y="3245485"/>
            <ns1:ext cx="3439139" cy="321945"/>
            <ns1:chOff x="7150" y="4689"/>
            <ns1:chExt cx="5416" cy="507"/>
          </ns1:xfrm>
        </ns0:grpSpPr>
        <ns0:sp>
          <ns0:nvSpPr>
            <ns0:cNvPr id="5" name="矩形 4"/>
            <ns0:cNvSpPr/>
            <ns0:nvPr>
              <ns0:custDataLst>
                <ns0:tags ns2:id="rId4"/>
              </ns0:custDataLst>
            </ns0:nvPr>
          </ns0:nvSpPr>
          <ns0:spPr>
            <ns1:xfrm>
              <ns1:off x="7150" y="4737"/>
              <ns1:ext cx="374" cy="374"/>
            </ns1:xfrm>
            <ns1:prstGeom prst="rect">
              <ns1:avLst/>
            </ns1:prstGeom>
            <ns1:solidFill>
              <ns1:schemeClr val="accent1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vertOverflow="overflow" horzOverflow="overflow" vert="horz" wrap="square" numCol="1" spcCol="0" rtlCol="0" fromWordArt="0" anchor="ctr" anchorCtr="0" forceAA="0" compatLnSpc="1">
              <ns1:noAutofit/>
            </ns1:bodyPr>
            <ns1:lstStyle/>
            <ns1:p>
              <ns1:pPr lvl="0" algn="ctr">
                <ns1:buClrTx/>
                <ns1:buSzTx/>
                <ns1:buFontTx/>
              </ns1:pPr>
              <ns1:r>
                <ns1:rPr lang="en-US" altLang="zh-CN" sz="1500" b="1">
                  <ns1:latin typeface="微软雅黑" panose="020B0503020204020204" pitchFamily="34" charset="-122"/>
                  <ns1:ea typeface="微软雅黑" panose="020B0503020204020204" pitchFamily="34" charset="-122"/>
                  <ns1:sym typeface="微软雅黑" panose="020B0503020204020204" pitchFamily="34" charset="-122"/>
                </ns1:rPr>
                <ns1:t>3</ns1:t>
              </ns1:r>
              <ns1:endParaRPr lang="en-US" altLang="zh-CN" sz="1500" b="1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7" name="矩形 6"/>
            <ns0:cNvSpPr/>
            <ns0:nvPr>
              <ns0:custDataLst>
                <ns0:tags ns2:id="rId5"/>
              </ns0:custDataLst>
            </ns0:nvPr>
          </ns0:nvSpPr>
          <ns0:spPr>
            <ns1:xfrm>
              <ns1:off x="7697" y="4689"/>
              <ns1:ext cx="4869" cy="507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wrap="square" rtlCol="0" anchor="ctr">
              <ns1:spAutoFit/>
            </ns1:bodyPr>
            <ns1:lstStyle/>
            <ns1:p>
              <ns1:pPr algn="l">
                <ns1:buClrTx/>
                <ns1:buSzTx/>
                <ns1:buFontTx/>
              </ns1:pPr>
              <ns1:r>
                <ns1:rPr lang="zh-CN" altLang="en-US" sz="1500" b="1" dirty="0">
                  <ns1:solidFill>
                    <ns1:schemeClr val="accent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sym typeface="微软雅黑" panose="020B0503020204020204" pitchFamily="34" charset="-122"/>
                </ns1:rPr>
                <ns1:t>会判断说话人、指令命中和转发状态</ns1:t>
              </ns1:r>
              <ns1:endPara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grpSp>
        <ns0:nvGrpSpPr>
          <ns0:cNvPr id="10" name="组合 9"/>
          <ns0:cNvGrpSpPr/>
          <ns0:nvPr>
            <ns0:custDataLst>
              <ns0:tags ns2:id="rId6"/>
            </ns0:custDataLst>
          </ns0:nvPr>
        </ns0:nvGrpSpPr>
        <ns0:grpSpPr>
          <ns1:xfrm>
            <ns1:off x="4538366" y="3714750"/>
            <ns1:ext cx="3131164" cy="321945"/>
            <ns1:chOff x="7150" y="5243"/>
            <ns1:chExt cx="4931" cy="507"/>
          </ns1:xfrm>
        </ns0:grpSpPr>
        <ns0:sp>
          <ns0:nvSpPr>
            <ns0:cNvPr id="23" name="矩形 22"/>
            <ns0:cNvSpPr/>
            <ns0:nvPr>
              <ns0:custDataLst>
                <ns0:tags ns2:id="rId7"/>
              </ns0:custDataLst>
            </ns0:nvPr>
          </ns0:nvSpPr>
          <ns0:spPr>
            <ns1:xfrm>
              <ns1:off x="7150" y="5309"/>
              <ns1:ext cx="374" cy="374"/>
            </ns1:xfrm>
            <ns1:prstGeom prst="rect">
              <ns1:avLst/>
            </ns1:prstGeom>
            <ns1:solidFill>
              <ns1:schemeClr val="accent1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vertOverflow="overflow" horzOverflow="overflow" vert="horz" wrap="square" numCol="1" spcCol="0" rtlCol="0" fromWordArt="0" anchor="ctr" anchorCtr="0" forceAA="0" compatLnSpc="1">
              <ns1:noAutofit/>
            </ns1:bodyPr>
            <ns1:lstStyle/>
            <ns1:p>
              <ns1:pPr lvl="0" algn="ctr">
                <ns1:buClrTx/>
                <ns1:buSzTx/>
                <ns1:buFontTx/>
              </ns1:pPr>
              <ns1:r>
                <ns1:rPr lang="en-US" altLang="zh-CN" sz="1500" b="1">
                  <ns1:latin typeface="微软雅黑" panose="020B0503020204020204" pitchFamily="34" charset="-122"/>
                  <ns1:ea typeface="微软雅黑" panose="020B0503020204020204" pitchFamily="34" charset="-122"/>
                  <ns1:sym typeface="微软雅黑" panose="020B0503020204020204" pitchFamily="34" charset="-122"/>
                </ns1:rPr>
                <ns1:t>4</ns1:t>
              </ns1:r>
              <ns1:endParaRPr lang="en-US" altLang="zh-CN" sz="1500" b="1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33" name="矩形 32"/>
            <ns0:cNvSpPr/>
            <ns0:nvPr>
              <ns0:custDataLst>
                <ns0:tags ns2:id="rId8"/>
              </ns0:custDataLst>
            </ns0:nvPr>
          </ns0:nvSpPr>
          <ns0:spPr>
            <ns1:xfrm>
              <ns1:off x="7697" y="5243"/>
              <ns1:ext cx="4384" cy="507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wrap="square" rtlCol="0" anchor="ctr">
              <ns1:spAutoFit/>
            </ns1:bodyPr>
            <ns1:lstStyle/>
            <ns1:p>
              <ns1:pPr algn="l">
                <ns1:buClrTx/>
                <ns1:buSzTx/>
                <ns1:buFontTx/>
              </ns1:pPr>
              <ns1:r>
                <ns1:rPr lang="zh-CN" altLang="en-US" sz="1500" b="1" dirty="0">
                  <ns1:solidFill>
                    <ns1:schemeClr val="accent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sym typeface="微软雅黑" panose="020B0503020204020204" pitchFamily="34" charset="-122"/>
                </ns1:rPr>
                <ns1:t>会处理常见故障并完成日常维护</ns1:t>
              </ns1:r>
              <ns1:endPara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grpSp>
        <ns0:nvGrpSpPr>
          <ns0:cNvPr id="13" name="组合 12"/>
          <ns0:cNvGrpSpPr/>
          <ns0:nvPr>
            <ns0:custDataLst>
              <ns0:tags ns2:id="rId9"/>
            </ns0:custDataLst>
          </ns0:nvPr>
        </ns0:nvGrpSpPr>
        <ns0:grpSpPr>
          <ns1:xfrm>
            <ns1:off x="4540250" y="2702560"/>
            <ns1:ext cx="3494405" cy="325120"/>
            <ns1:chOff x="7150" y="4084"/>
            <ns1:chExt cx="5503" cy="512"/>
          </ns1:xfrm>
        </ns0:grpSpPr>
        <ns0:sp>
          <ns0:nvSpPr>
            <ns0:cNvPr id="74" name="矩形 73"/>
            <ns0:cNvSpPr/>
            <ns0:nvPr>
              <ns0:custDataLst>
                <ns0:tags ns2:id="rId10"/>
              </ns0:custDataLst>
            </ns0:nvPr>
          </ns0:nvSpPr>
          <ns0:spPr>
            <ns1:xfrm>
              <ns1:off x="7150" y="4137"/>
              <ns1:ext cx="374" cy="374"/>
            </ns1:xfrm>
            <ns1:prstGeom prst="rect">
              <ns1:avLst/>
            </ns1:prstGeom>
            <ns1:solidFill>
              <ns1:schemeClr val="accent1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vertOverflow="overflow" horzOverflow="overflow" vert="horz" wrap="square" numCol="1" spcCol="0" rtlCol="0" fromWordArt="0" anchor="ctr" anchorCtr="0" forceAA="0" compatLnSpc="1">
              <ns1:noAutofit/>
            </ns1:bodyPr>
            <ns1:lstStyle/>
            <ns1:p>
              <ns1:pPr lvl="0" algn="ctr">
                <ns1:buClrTx/>
                <ns1:buSzTx/>
                <ns1:buFontTx/>
              </ns1:pPr>
              <ns1:r>
                <ns1:rPr lang="en-US" altLang="zh-CN" sz="1500" b="1">
                  <ns1:latin typeface="微软雅黑" panose="020B0503020204020204" pitchFamily="34" charset="-122"/>
                  <ns1:ea typeface="微软雅黑" panose="020B0503020204020204" pitchFamily="34" charset="-122"/>
                  <ns1:sym typeface="微软雅黑" panose="020B0503020204020204" pitchFamily="34" charset="-122"/>
                </ns1:rPr>
                <ns1:t>2</ns1:t>
              </ns1:r>
              <ns1:endParaRPr lang="en-US" altLang="zh-CN" sz="1500" b="1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75" name="矩形 74"/>
            <ns0:cNvSpPr/>
            <ns0:nvPr/>
          </ns0:nvSpPr>
          <ns0:spPr>
            <ns1:xfrm>
              <ns1:off x="7697" y="4090"/>
              <ns1:ext cx="4957" cy="507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wrap="square" rtlCol="0" anchor="ctr">
              <ns1:spAutoFit/>
            </ns1:bodyPr>
            <ns1:lstStyle/>
            <ns1:p>
              <ns1:endPara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9" name="矩形 8"/>
            <ns0:cNvSpPr/>
            <ns0:nvPr>
              <ns0:custDataLst>
                <ns0:tags ns2:id="rId11"/>
              </ns0:custDataLst>
            </ns0:nvPr>
          </ns0:nvSpPr>
          <ns0:spPr>
            <ns1:xfrm>
              <ns1:off x="7714" y="4084"/>
              <ns1:ext cx="4852" cy="507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wrap="square" rtlCol="0" anchor="ctr">
              <ns1:spAutoFit/>
            </ns1:bodyPr>
            <ns1:lstStyle/>
            <ns1:p>
              <ns1:pPr algn="l">
                <ns1:buClrTx/>
                <ns1:buSzTx/>
                <ns1:buFontTx/>
              </ns1:pPr>
              <ns1:r>
                <ns1:rPr lang="zh-CN" altLang="en-US" sz="1500" b="1" dirty="0">
                  <ns1:solidFill>
                    <ns1:schemeClr val="accent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sym typeface="微软雅黑" panose="020B0503020204020204" pitchFamily="34" charset="-122"/>
                </ns1:rPr>
                <ns1:t>掌握开机、采集、停止和日志查询流程</ns1:t>
              </ns1:r>
              <ns1:endPara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grpSp>
        <ns0:nvGrpSpPr>
          <ns0:cNvPr id="14" name="组合 13"/>
          <ns0:cNvGrpSpPr/>
          <ns0:nvPr>
            <ns0:custDataLst>
              <ns0:tags ns2:id="rId12"/>
            </ns0:custDataLst>
          </ns0:nvPr>
        </ns0:nvGrpSpPr>
        <ns0:grpSpPr>
          <ns1:xfrm>
            <ns1:off x="4540250" y="2209165"/>
            <ns1:ext cx="2690495" cy="321310"/>
            <ns1:chOff x="7150" y="3479"/>
            <ns1:chExt cx="4237" cy="506"/>
          </ns1:xfrm>
        </ns0:grpSpPr>
        <ns0:sp>
          <ns0:nvSpPr>
            <ns0:cNvPr id="72" name="矩形 71"/>
            <ns0:cNvSpPr/>
            <ns0:nvPr>
              <ns0:custDataLst>
                <ns0:tags ns2:id="rId13"/>
              </ns0:custDataLst>
            </ns0:nvPr>
          </ns0:nvSpPr>
          <ns0:spPr>
            <ns1:xfrm>
              <ns1:off x="7150" y="3538"/>
              <ns1:ext cx="374" cy="374"/>
            </ns1:xfrm>
            <ns1:prstGeom prst="rect">
              <ns1:avLst/>
            </ns1:prstGeom>
            <ns1:solidFill>
              <ns1:schemeClr val="accent1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r>
                <ns1:rPr lang="en-US" altLang="zh-CN" sz="1500" b="1">
                  <ns1:latin typeface="微软雅黑" panose="020B0503020204020204" pitchFamily="34" charset="-122"/>
                  <ns1:ea typeface="微软雅黑" panose="020B0503020204020204" pitchFamily="34" charset="-122"/>
                  <ns1:sym typeface="微软雅黑" panose="020B0503020204020204" pitchFamily="34" charset="-122"/>
                </ns1:rPr>
                <ns1:t>1</ns1:t>
              </ns1:r>
              <ns1:endParaRPr lang="zh-CN" altLang="en-US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73" name="矩形 72"/>
            <ns0:cNvSpPr/>
            <ns0:nvPr>
              <ns0:custDataLst>
                <ns0:tags ns2:id="rId14"/>
              </ns0:custDataLst>
            </ns0:nvPr>
          </ns0:nvSpPr>
          <ns0:spPr>
            <ns1:xfrm>
              <ns1:off x="7697" y="3479"/>
              <ns1:ext cx="3690" cy="507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wrap="square" rtlCol="0" anchor="ctr">
              <ns1:spAutoFit/>
            </ns1:bodyPr>
            <ns1:lstStyle/>
            <ns1:p>
              <ns1:r>
                <ns1:rPr lang="zh-CN" altLang="en-US" sz="1500" b="1" dirty="0">
                  <ns1:solidFill>
                    <ns1:schemeClr val="accent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sym typeface="微软雅黑" panose="020B0503020204020204" pitchFamily="34" charset="-122"/>
                </ns1:rPr>
                <ns1:t>了解设备组成与系统主要界面</ns1:t>
              </ns1:r>
              <ns1:endPara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</ns0:spTree>
  </ns0:cSld>
  <ns0:clrMapOvr>
    <ns1:masterClrMapping/>
  </ns0:clrMapOvr>
  <ns4:AlternateContent>
    <ns4:Choice Requires="p14">
      <ns0:transition spd="med" ns5:dur="700">
        <ns0:fade/>
      </ns0:transition>
    </ns4:Choice>
    <ns4:Fallback>
      <ns0:transition spd="med">
        <ns0:fade/>
      </ns0:transition>
    </ns4:Fallback>
  </ns4:AlternateContent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openxmlformats.org/markup-compatibility/2006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 bwMode="auto">
          <ns1:xfrm>
            <ns1:off x="2" y="0"/>
            <ns1:ext cx="4419601" cy="5143500"/>
          </ns1:xfrm>
          <ns1:prstGeom prst="rect">
            <ns1:avLst/>
          </ns1:prstGeom>
          <ns1:solidFill>
            <ns1:schemeClr val="accent1">
              <ns1:alpha val="8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" name="矩形 3"/>
          <ns0:cNvSpPr/>
          <ns0:nvPr/>
        </ns0:nvSpPr>
        <ns0:spPr bwMode="auto">
          <ns1:xfrm rot="5400000" flipV="1">
            <ns1:off x="1402556" y="-1402554"/>
            <ns1:ext cx="928688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12" name="矩形 11"/>
          <ns0:cNvSpPr/>
          <ns0:nvPr/>
        </ns0:nvSpPr>
        <ns0:spPr bwMode="auto">
          <ns1:xfrm rot="5400000">
            <ns1:off x="1409697" y="2819402"/>
            <ns1:ext cx="914401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grpSp>
        <ns0:nvGrpSpPr>
          <ns0:cNvPr id="15" name="组合 14"/>
          <ns0:cNvGrpSpPr/>
          <ns0:nvPr/>
        </ns0:nvGrpSpPr>
        <ns0:grpSpPr>
          <ns1:xfrm>
            <ns1:off x="1143000" y="802670"/>
            <ns1:ext cx="2065538" cy="3485243"/>
            <ns1:chOff x="0" y="1111187"/>
            <ns1:chExt cx="2754050" cy="4646991"/>
          </ns1:xfrm>
        </ns0:grpSpPr>
        <ns0:sp>
          <ns0:nvSpPr>
            <ns0:cNvPr id="16" name="椭圆 15"/>
            <ns0:cNvSpPr/>
            <ns0:nvPr/>
          </ns0:nvSpPr>
          <ns0:spPr>
            <ns1:xfrm>
              <ns1:off x="2450246" y="4863799"/>
              <ns1:ext cx="200570" cy="200570"/>
            </ns1:xfrm>
            <ns1:prstGeom prst="ellipse">
              <ns1:avLst/>
            </ns1:prstGeom>
            <ns1:solidFill>
              <ns1:schemeClr val="bg1">
                <ns1:alpha val="26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7" name="椭圆 16"/>
            <ns0:cNvSpPr/>
            <ns0:nvPr/>
          </ns0:nvSpPr>
          <ns0:spPr>
            <ns1:xfrm>
              <ns1:off x="0" y="1111187"/>
              <ns1:ext cx="312134" cy="312134"/>
            </ns1:xfrm>
            <ns1:prstGeom prst="ellipse">
              <ns1:avLst/>
            </ns1:prstGeom>
            <ns1:solidFill>
              <ns1:schemeClr val="bg1">
                <ns1:alpha val="13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8" name="椭圆 17"/>
            <ns0:cNvSpPr/>
            <ns0:nvPr/>
          </ns0:nvSpPr>
          <ns0:spPr>
            <ns1:xfrm>
              <ns1:off x="1114320" y="1611397"/>
              <ns1:ext cx="904679" cy="904679"/>
            </ns1:xfrm>
            <ns1:prstGeom prst="ellipse">
              <ns1:avLst/>
            </ns1:prstGeom>
            <ns1:solidFill>
              <ns1:schemeClr val="bg1">
                <ns1:alpha val="7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9" name="椭圆 18"/>
            <ns0:cNvSpPr/>
            <ns0:nvPr/>
          </ns0:nvSpPr>
          <ns0:spPr>
            <ns1:xfrm>
              <ns1:off x="854236" y="5460064"/>
              <ns1:ext cx="298114" cy="298114"/>
            </ns1:xfrm>
            <ns1:prstGeom prst="ellipse">
              <ns1:avLst/>
            </ns1:prstGeom>
            <ns1:solidFill>
              <ns1:schemeClr val="bg1">
                <ns1:alpha val="24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20" name="椭圆 19"/>
            <ns0:cNvSpPr/>
            <ns0:nvPr/>
          </ns0:nvSpPr>
          <ns0:spPr>
            <ns1:xfrm>
              <ns1:off x="2313236" y="1194804"/>
              <ns1:ext cx="440814" cy="440814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21" name="图片 20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962"/>
            <ns1:ext cx="3984172" cy="2929037"/>
          </ns1:xfrm>
          <ns1:prstGeom prst="rect">
            <ns1:avLst/>
          </ns1:prstGeom>
        </ns0:spPr>
      </ns0:pic>
      <ns0:pic>
        <ns0:nvPicPr>
          <ns0:cNvPr id="22" name="图片 21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014"/>
            <ns1:ext cx="4986338" cy="2929473"/>
          </ns1:xfrm>
          <ns1:prstGeom prst="rect">
            <ns1:avLst/>
          </ns1:prstGeom>
        </ns0:spPr>
      </ns0:pic>
      <ns0:sp>
        <ns0:nvSpPr>
          <ns0:cNvPr id="25" name="任意多边形 24"/>
          <ns0:cNvSpPr/>
          <ns0:nvPr/>
        </ns0:nvSpPr>
        <ns0:spPr>
          <ns1:xfrm rot="16200000">
            <ns1:off x="1222480" y="1102829"/>
            <ns1:ext cx="5143502" cy="2937840"/>
          </ns1:xfrm>
          <ns1:custGeom>
            <ns1:avLst/>
            <ns1:gdLst>
              <ns1:gd name="connsiteX0" fmla="*/ 9143999 w 9143999"/>
              <ns1:gd name="connsiteY0" fmla="*/ 0 h 2051818"/>
              <ns1:gd name="connsiteX1" fmla="*/ 9143999 w 9143999"/>
              <ns1:gd name="connsiteY1" fmla="*/ 2051818 h 2051818"/>
              <ns1:gd name="connsiteX2" fmla="*/ 0 w 9143999"/>
              <ns1:gd name="connsiteY2" fmla="*/ 2051818 h 2051818"/>
              <ns1:gd name="connsiteX3" fmla="*/ 0 w 9143999"/>
              <ns1:gd name="connsiteY3" fmla="*/ 1204077 h 2051818"/>
              <ns1:gd name="connsiteX4" fmla="*/ 6027 w 9143999"/>
              <ns1:gd name="connsiteY4" fmla="*/ 1207403 h 2051818"/>
              <ns1:gd name="connsiteX5" fmla="*/ 7674511 w 9143999"/>
              <ns1:gd name="connsiteY5" fmla="*/ 718908 h 2051818"/>
              <ns1:gd name="connsiteX6" fmla="*/ 9044856 w 9143999"/>
              <ns1:gd name="connsiteY6" fmla="*/ 57555 h 2051818"/>
              <ns1:gd name="connsiteX7" fmla="*/ 9143999 w 9143999"/>
              <ns1:gd name="connsiteY7" fmla="*/ 0 h 2051818"/>
              <ns1:gd name="connsiteX0-1" fmla="*/ 9143999 w 9143999"/>
              <ns1:gd name="connsiteY0-2" fmla="*/ 0 h 2051818"/>
              <ns1:gd name="connsiteX1-3" fmla="*/ 9143999 w 9143999"/>
              <ns1:gd name="connsiteY1-4" fmla="*/ 2051818 h 2051818"/>
              <ns1:gd name="connsiteX2-5" fmla="*/ 0 w 9143999"/>
              <ns1:gd name="connsiteY2-6" fmla="*/ 2051818 h 2051818"/>
              <ns1:gd name="connsiteX3-7" fmla="*/ 0 w 9143999"/>
              <ns1:gd name="connsiteY3-8" fmla="*/ 1204077 h 2051818"/>
              <ns1:gd name="connsiteX4-9" fmla="*/ 6027 w 9143999"/>
              <ns1:gd name="connsiteY4-10" fmla="*/ 1207403 h 2051818"/>
              <ns1:gd name="connsiteX5-11" fmla="*/ 9044856 w 9143999"/>
              <ns1:gd name="connsiteY5-12" fmla="*/ 57555 h 2051818"/>
              <ns1:gd name="connsiteX6-13" fmla="*/ 9143999 w 9143999"/>
              <ns1:gd name="connsiteY6-14" fmla="*/ 0 h 2051818"/>
              <ns1:gd name="connsiteX0-15" fmla="*/ 9143999 w 9143999"/>
              <ns1:gd name="connsiteY0-16" fmla="*/ 0 h 2051818"/>
              <ns1:gd name="connsiteX1-17" fmla="*/ 9143999 w 9143999"/>
              <ns1:gd name="connsiteY1-18" fmla="*/ 2051818 h 2051818"/>
              <ns1:gd name="connsiteX2-19" fmla="*/ 0 w 9143999"/>
              <ns1:gd name="connsiteY2-20" fmla="*/ 2051818 h 2051818"/>
              <ns1:gd name="connsiteX3-21" fmla="*/ 0 w 9143999"/>
              <ns1:gd name="connsiteY3-22" fmla="*/ 1204077 h 2051818"/>
              <ns1:gd name="connsiteX4-23" fmla="*/ 6027 w 9143999"/>
              <ns1:gd name="connsiteY4-24" fmla="*/ 1207403 h 2051818"/>
              <ns1:gd name="connsiteX5-25" fmla="*/ 9143999 w 9143999"/>
              <ns1:gd name="connsiteY5-26" fmla="*/ 0 h 2051818"/>
              <ns1:gd name="connsiteX0-27" fmla="*/ 9143999 w 9143999"/>
              <ns1:gd name="connsiteY0-28" fmla="*/ 0 h 2051818"/>
              <ns1:gd name="connsiteX1-29" fmla="*/ 9143999 w 9143999"/>
              <ns1:gd name="connsiteY1-30" fmla="*/ 2051818 h 2051818"/>
              <ns1:gd name="connsiteX2-31" fmla="*/ 0 w 9143999"/>
              <ns1:gd name="connsiteY2-32" fmla="*/ 2051818 h 2051818"/>
              <ns1:gd name="connsiteX3-33" fmla="*/ 0 w 9143999"/>
              <ns1:gd name="connsiteY3-34" fmla="*/ 1204077 h 2051818"/>
              <ns1:gd name="connsiteX4-35" fmla="*/ 6027 w 9143999"/>
              <ns1:gd name="connsiteY4-36" fmla="*/ 1207403 h 2051818"/>
              <ns1:gd name="connsiteX5-37" fmla="*/ 9143999 w 9143999"/>
              <ns1:gd name="connsiteY5-38" fmla="*/ 0 h 2051818"/>
              <ns1:gd name="connsiteX0-39" fmla="*/ 9143999 w 9143999"/>
              <ns1:gd name="connsiteY0-40" fmla="*/ 0 h 2051818"/>
              <ns1:gd name="connsiteX1-41" fmla="*/ 9143999 w 9143999"/>
              <ns1:gd name="connsiteY1-42" fmla="*/ 2051818 h 2051818"/>
              <ns1:gd name="connsiteX2-43" fmla="*/ 0 w 9143999"/>
              <ns1:gd name="connsiteY2-44" fmla="*/ 2051818 h 2051818"/>
              <ns1:gd name="connsiteX3-45" fmla="*/ 0 w 9143999"/>
              <ns1:gd name="connsiteY3-46" fmla="*/ 1204077 h 2051818"/>
              <ns1:gd name="connsiteX4-47" fmla="*/ 6027 w 9143999"/>
              <ns1:gd name="connsiteY4-48" fmla="*/ 1207403 h 2051818"/>
              <ns1:gd name="connsiteX5-49" fmla="*/ 9143999 w 9143999"/>
              <ns1:gd name="connsiteY5-50" fmla="*/ 0 h 2051818"/>
              <ns1:gd name="connsiteX0-51" fmla="*/ 9143999 w 9143999"/>
              <ns1:gd name="connsiteY0-52" fmla="*/ 0 h 2051818"/>
              <ns1:gd name="connsiteX1-53" fmla="*/ 9143999 w 9143999"/>
              <ns1:gd name="connsiteY1-54" fmla="*/ 2051818 h 2051818"/>
              <ns1:gd name="connsiteX2-55" fmla="*/ 0 w 9143999"/>
              <ns1:gd name="connsiteY2-56" fmla="*/ 2051818 h 2051818"/>
              <ns1:gd name="connsiteX3-57" fmla="*/ 0 w 9143999"/>
              <ns1:gd name="connsiteY3-58" fmla="*/ 1204077 h 2051818"/>
              <ns1:gd name="connsiteX4-59" fmla="*/ 6027 w 9143999"/>
              <ns1:gd name="connsiteY4-60" fmla="*/ 1207403 h 2051818"/>
              <ns1:gd name="connsiteX5-61" fmla="*/ 9143999 w 9143999"/>
              <ns1:gd name="connsiteY5-62" fmla="*/ 0 h 2051818"/>
              <ns1:gd name="connsiteX0-63" fmla="*/ 9143999 w 9143999"/>
              <ns1:gd name="connsiteY0-64" fmla="*/ 130228 h 2182046"/>
              <ns1:gd name="connsiteX1-65" fmla="*/ 9143999 w 9143999"/>
              <ns1:gd name="connsiteY1-66" fmla="*/ 2182046 h 2182046"/>
              <ns1:gd name="connsiteX2-67" fmla="*/ 0 w 9143999"/>
              <ns1:gd name="connsiteY2-68" fmla="*/ 2182046 h 2182046"/>
              <ns1:gd name="connsiteX3-69" fmla="*/ 0 w 9143999"/>
              <ns1:gd name="connsiteY3-70" fmla="*/ 1334305 h 2182046"/>
              <ns1:gd name="connsiteX4-71" fmla="*/ 6027 w 9143999"/>
              <ns1:gd name="connsiteY4-72" fmla="*/ 0 h 2182046"/>
              <ns1:gd name="connsiteX5-73" fmla="*/ 9143999 w 9143999"/>
              <ns1:gd name="connsiteY5-74" fmla="*/ 130228 h 2182046"/>
              <ns1:gd name="connsiteX0-75" fmla="*/ 9143999 w 9143999"/>
              <ns1:gd name="connsiteY0-76" fmla="*/ 0 h 2051818"/>
              <ns1:gd name="connsiteX1-77" fmla="*/ 9143999 w 9143999"/>
              <ns1:gd name="connsiteY1-78" fmla="*/ 2051818 h 2051818"/>
              <ns1:gd name="connsiteX2-79" fmla="*/ 0 w 9143999"/>
              <ns1:gd name="connsiteY2-80" fmla="*/ 2051818 h 2051818"/>
              <ns1:gd name="connsiteX3-81" fmla="*/ 0 w 9143999"/>
              <ns1:gd name="connsiteY3-82" fmla="*/ 1204077 h 2051818"/>
              <ns1:gd name="connsiteX4-83" fmla="*/ 25380 w 9143999"/>
              <ns1:gd name="connsiteY4-84" fmla="*/ 54648 h 2051818"/>
              <ns1:gd name="connsiteX5-85" fmla="*/ 9143999 w 9143999"/>
              <ns1:gd name="connsiteY5-86" fmla="*/ 0 h 2051818"/>
              <ns1:gd name="connsiteX0-87" fmla="*/ 9143999 w 9143999"/>
              <ns1:gd name="connsiteY0-88" fmla="*/ 0 h 2051818"/>
              <ns1:gd name="connsiteX1-89" fmla="*/ 9143999 w 9143999"/>
              <ns1:gd name="connsiteY1-90" fmla="*/ 2051818 h 2051818"/>
              <ns1:gd name="connsiteX2-91" fmla="*/ 0 w 9143999"/>
              <ns1:gd name="connsiteY2-92" fmla="*/ 2051818 h 2051818"/>
              <ns1:gd name="connsiteX3-93" fmla="*/ 0 w 9143999"/>
              <ns1:gd name="connsiteY3-94" fmla="*/ 1204077 h 2051818"/>
              <ns1:gd name="connsiteX4-95" fmla="*/ 25380 w 9143999"/>
              <ns1:gd name="connsiteY4-96" fmla="*/ 54648 h 2051818"/>
              <ns1:gd name="connsiteX5-97" fmla="*/ 9143999 w 9143999"/>
              <ns1:gd name="connsiteY5-98" fmla="*/ 0 h 2051818"/>
              <ns1:gd name="connsiteX0-99" fmla="*/ 9143999 w 9143999"/>
              <ns1:gd name="connsiteY0-100" fmla="*/ 0 h 2051818"/>
              <ns1:gd name="connsiteX1-101" fmla="*/ 9143999 w 9143999"/>
              <ns1:gd name="connsiteY1-102" fmla="*/ 2051818 h 2051818"/>
              <ns1:gd name="connsiteX2-103" fmla="*/ 0 w 9143999"/>
              <ns1:gd name="connsiteY2-104" fmla="*/ 2051818 h 2051818"/>
              <ns1:gd name="connsiteX3-105" fmla="*/ 0 w 9143999"/>
              <ns1:gd name="connsiteY3-106" fmla="*/ 1204077 h 2051818"/>
              <ns1:gd name="connsiteX4-107" fmla="*/ 25380 w 9143999"/>
              <ns1:gd name="connsiteY4-108" fmla="*/ 54648 h 2051818"/>
              <ns1:gd name="connsiteX5-109" fmla="*/ 9143999 w 9143999"/>
              <ns1:gd name="connsiteY5-110" fmla="*/ 0 h 2051818"/>
              <ns1:gd name="connsiteX0-111" fmla="*/ 9143999 w 9143999"/>
              <ns1:gd name="connsiteY0-112" fmla="*/ 0 h 2051818"/>
              <ns1:gd name="connsiteX1-113" fmla="*/ 9143999 w 9143999"/>
              <ns1:gd name="connsiteY1-114" fmla="*/ 2051818 h 2051818"/>
              <ns1:gd name="connsiteX2-115" fmla="*/ 0 w 9143999"/>
              <ns1:gd name="connsiteY2-116" fmla="*/ 2051818 h 2051818"/>
              <ns1:gd name="connsiteX3-117" fmla="*/ 0 w 9143999"/>
              <ns1:gd name="connsiteY3-118" fmla="*/ 1204077 h 2051818"/>
              <ns1:gd name="connsiteX4-119" fmla="*/ 25380 w 9143999"/>
              <ns1:gd name="connsiteY4-120" fmla="*/ 54648 h 2051818"/>
              <ns1:gd name="connsiteX5-121" fmla="*/ 9143999 w 9143999"/>
              <ns1:gd name="connsiteY5-122" fmla="*/ 0 h 2051818"/>
              <ns1:gd name="connsiteX0-123" fmla="*/ 9124647 w 9143999"/>
              <ns1:gd name="connsiteY0-124" fmla="*/ 0 h 2127943"/>
              <ns1:gd name="connsiteX1-125" fmla="*/ 9143999 w 9143999"/>
              <ns1:gd name="connsiteY1-126" fmla="*/ 2127943 h 2127943"/>
              <ns1:gd name="connsiteX2-127" fmla="*/ 0 w 9143999"/>
              <ns1:gd name="connsiteY2-128" fmla="*/ 2127943 h 2127943"/>
              <ns1:gd name="connsiteX3-129" fmla="*/ 0 w 9143999"/>
              <ns1:gd name="connsiteY3-130" fmla="*/ 1280202 h 2127943"/>
              <ns1:gd name="connsiteX4-131" fmla="*/ 25380 w 9143999"/>
              <ns1:gd name="connsiteY4-132" fmla="*/ 130773 h 2127943"/>
              <ns1:gd name="connsiteX5-133" fmla="*/ 9124647 w 9143999"/>
              <ns1:gd name="connsiteY5-134" fmla="*/ 0 h 2127943"/>
              <ns1:gd name="connsiteX0-135" fmla="*/ 9124647 w 9143999"/>
              <ns1:gd name="connsiteY0-136" fmla="*/ 0 h 2127943"/>
              <ns1:gd name="connsiteX1-137" fmla="*/ 9143999 w 9143999"/>
              <ns1:gd name="connsiteY1-138" fmla="*/ 2127943 h 2127943"/>
              <ns1:gd name="connsiteX2-139" fmla="*/ 0 w 9143999"/>
              <ns1:gd name="connsiteY2-140" fmla="*/ 2127943 h 2127943"/>
              <ns1:gd name="connsiteX3-141" fmla="*/ 0 w 9143999"/>
              <ns1:gd name="connsiteY3-142" fmla="*/ 1280202 h 2127943"/>
              <ns1:gd name="connsiteX4-143" fmla="*/ 25380 w 9143999"/>
              <ns1:gd name="connsiteY4-144" fmla="*/ 130773 h 2127943"/>
              <ns1:gd name="connsiteX5-145" fmla="*/ 9124647 w 9143999"/>
              <ns1:gd name="connsiteY5-146" fmla="*/ 0 h 2127943"/>
              <ns1:gd name="connsiteX0-147" fmla="*/ 9124647 w 9143999"/>
              <ns1:gd name="connsiteY0-148" fmla="*/ 0 h 2127943"/>
              <ns1:gd name="connsiteX1-149" fmla="*/ 9143999 w 9143999"/>
              <ns1:gd name="connsiteY1-150" fmla="*/ 2127943 h 2127943"/>
              <ns1:gd name="connsiteX2-151" fmla="*/ 0 w 9143999"/>
              <ns1:gd name="connsiteY2-152" fmla="*/ 2127943 h 2127943"/>
              <ns1:gd name="connsiteX3-153" fmla="*/ 0 w 9143999"/>
              <ns1:gd name="connsiteY3-154" fmla="*/ 1280202 h 2127943"/>
              <ns1:gd name="connsiteX4-155" fmla="*/ 6028 w 9143999"/>
              <ns1:gd name="connsiteY4-156" fmla="*/ 11147 h 2127943"/>
              <ns1:gd name="connsiteX5-157" fmla="*/ 9124647 w 9143999"/>
              <ns1:gd name="connsiteY5-158" fmla="*/ 0 h 2127943"/>
              <ns1:gd name="connsiteX0-159" fmla="*/ 9138134 w 9157486"/>
              <ns1:gd name="connsiteY0-160" fmla="*/ 0 h 2127943"/>
              <ns1:gd name="connsiteX1-161" fmla="*/ 9157486 w 9157486"/>
              <ns1:gd name="connsiteY1-162" fmla="*/ 2127943 h 2127943"/>
              <ns1:gd name="connsiteX2-163" fmla="*/ 13487 w 9157486"/>
              <ns1:gd name="connsiteY2-164" fmla="*/ 2127943 h 2127943"/>
              <ns1:gd name="connsiteX3-165" fmla="*/ 13487 w 9157486"/>
              <ns1:gd name="connsiteY3-166" fmla="*/ 1280202 h 2127943"/>
              <ns1:gd name="connsiteX4-167" fmla="*/ 163 w 9157486"/>
              <ns1:gd name="connsiteY4-168" fmla="*/ 141648 h 2127943"/>
              <ns1:gd name="connsiteX5-169" fmla="*/ 9138134 w 9157486"/>
              <ns1:gd name="connsiteY5-170" fmla="*/ 0 h 2127943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  <ns1:cxn ang="0">
                <ns1:pos x="connsiteX5-11" y="connsiteY5-12"/>
              </ns1:cxn>
            </ns1:cxnLst>
            <ns1:rect l="l" t="t" r="r" b="b"/>
            <ns1:pathLst>
              <ns1:path w="9157486" h="2127943">
                <ns1:moveTo>
                  <ns1:pt x="9138134" y="0"/>
                </ns1:moveTo>
                <ns1:lnTo>
                  <ns1:pt x="9157486" y="2127943"/>
                </ns1:lnTo>
                <ns1:lnTo>
                  <ns1:pt x="13487" y="2127943"/>
                </ns1:lnTo>
                <ns1:lnTo>
                  <ns1:pt x="13487" y="1280202"/>
                </ns1:lnTo>
                <ns1:cubicBezTo>
                  <ns1:pt x="15496" y="857184"/>
                  <ns1:pt x="-1846" y="564666"/>
                  <ns1:pt x="163" y="141648"/>
                </ns1:cubicBezTo>
                <ns1:cubicBezTo>
                  <ns1:pt x="3568670" y="1577063"/>
                  <ns1:pt x="7137176" y="1131097"/>
                  <ns1:pt x="9138134" y="0"/>
                </ns1:cubicBezTo>
                <ns1:close/>
              </ns1:path>
            </ns1:pathLst>
          </ns1:custGeom>
          <ns1:solidFill>
            <ns1:schemeClr val="accent1">
              <ns1:alpha val="9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6" name="任意多边形 25"/>
          <ns0:cNvSpPr/>
          <ns0:nvPr/>
        </ns0:nvSpPr>
        <ns0:spPr>
          <ns1:xfrm rot="16200000">
            <ns1:off x="2845497" y="-12027"/>
            <ns1:ext cx="5151674" cy="5159381"/>
          </ns1:xfrm>
          <ns1:custGeom>
            <ns1:avLst/>
            <ns1:gdLst>
              <ns1:gd name="connsiteX0" fmla="*/ 6858000 w 6858000"/>
              <ns1:gd name="connsiteY0" fmla="*/ 0 h 6459417"/>
              <ns1:gd name="connsiteX1" fmla="*/ 6858000 w 6858000"/>
              <ns1:gd name="connsiteY1" fmla="*/ 1675279 h 6459417"/>
              <ns1:gd name="connsiteX2" fmla="*/ 6858000 w 6858000"/>
              <ns1:gd name="connsiteY2" fmla="*/ 1819701 h 6459417"/>
              <ns1:gd name="connsiteX3" fmla="*/ 6858000 w 6858000"/>
              <ns1:gd name="connsiteY3" fmla="*/ 2278767 h 6459417"/>
              <ns1:gd name="connsiteX4" fmla="*/ 6858000 w 6858000"/>
              <ns1:gd name="connsiteY4" fmla="*/ 3954046 h 6459417"/>
              <ns1:gd name="connsiteX5" fmla="*/ 6858000 w 6858000"/>
              <ns1:gd name="connsiteY5" fmla="*/ 4098468 h 6459417"/>
              <ns1:gd name="connsiteX6" fmla="*/ 6858000 w 6858000"/>
              <ns1:gd name="connsiteY6" fmla="*/ 4180650 h 6459417"/>
              <ns1:gd name="connsiteX7" fmla="*/ 6858000 w 6858000"/>
              <ns1:gd name="connsiteY7" fmla="*/ 6459417 h 6459417"/>
              <ns1:gd name="connsiteX8" fmla="*/ 0 w 6858000"/>
              <ns1:gd name="connsiteY8" fmla="*/ 6459417 h 6459417"/>
              <ns1:gd name="connsiteX9" fmla="*/ 0 w 6858000"/>
              <ns1:gd name="connsiteY9" fmla="*/ 4180650 h 6459417"/>
              <ns1:gd name="connsiteX10" fmla="*/ 0 w 6858000"/>
              <ns1:gd name="connsiteY10" fmla="*/ 4098468 h 6459417"/>
              <ns1:gd name="connsiteX11" fmla="*/ 0 w 6858000"/>
              <ns1:gd name="connsiteY11" fmla="*/ 3954046 h 6459417"/>
              <ns1:gd name="connsiteX12" fmla="*/ 0 w 6858000"/>
              <ns1:gd name="connsiteY12" fmla="*/ 3295924 h 6459417"/>
              <ns1:gd name="connsiteX13" fmla="*/ 0 w 6858000"/>
              <ns1:gd name="connsiteY13" fmla="*/ 1819701 h 6459417"/>
              <ns1:gd name="connsiteX14" fmla="*/ 0 w 6858000"/>
              <ns1:gd name="connsiteY14" fmla="*/ 1675279 h 6459417"/>
              <ns1:gd name="connsiteX15" fmla="*/ 0 w 6858000"/>
              <ns1:gd name="connsiteY15" fmla="*/ 1017157 h 6459417"/>
              <ns1:gd name="connsiteX16" fmla="*/ 227535 w 6858000"/>
              <ns1:gd name="connsiteY16" fmla="*/ 1166258 h 6459417"/>
              <ns1:gd name="connsiteX17" fmla="*/ 6270374 w 6858000"/>
              <ns1:gd name="connsiteY17" fmla="*/ 412001 h 6459417"/>
              <ns1:gd name="connsiteX18" fmla="*/ 6705779 w 6858000"/>
              <ns1:gd name="connsiteY18" fmla="*/ 117916 h 6459417"/>
              <ns1:gd name="connsiteX0-1" fmla="*/ 6858000 w 6941935"/>
              <ns1:gd name="connsiteY0-2" fmla="*/ 56823 h 6516240"/>
              <ns1:gd name="connsiteX1-3" fmla="*/ 6858000 w 6941935"/>
              <ns1:gd name="connsiteY1-4" fmla="*/ 1732102 h 6516240"/>
              <ns1:gd name="connsiteX2-5" fmla="*/ 6858000 w 6941935"/>
              <ns1:gd name="connsiteY2-6" fmla="*/ 1876524 h 6516240"/>
              <ns1:gd name="connsiteX3-7" fmla="*/ 6858000 w 6941935"/>
              <ns1:gd name="connsiteY3-8" fmla="*/ 2335590 h 6516240"/>
              <ns1:gd name="connsiteX4-9" fmla="*/ 6858000 w 6941935"/>
              <ns1:gd name="connsiteY4-10" fmla="*/ 4010869 h 6516240"/>
              <ns1:gd name="connsiteX5-11" fmla="*/ 6858000 w 6941935"/>
              <ns1:gd name="connsiteY5-12" fmla="*/ 4155291 h 6516240"/>
              <ns1:gd name="connsiteX6-13" fmla="*/ 6858000 w 6941935"/>
              <ns1:gd name="connsiteY6-14" fmla="*/ 4237473 h 6516240"/>
              <ns1:gd name="connsiteX7-15" fmla="*/ 6858000 w 6941935"/>
              <ns1:gd name="connsiteY7-16" fmla="*/ 6516240 h 6516240"/>
              <ns1:gd name="connsiteX8-17" fmla="*/ 0 w 6941935"/>
              <ns1:gd name="connsiteY8-18" fmla="*/ 6516240 h 6516240"/>
              <ns1:gd name="connsiteX9-19" fmla="*/ 0 w 6941935"/>
              <ns1:gd name="connsiteY9-20" fmla="*/ 4237473 h 6516240"/>
              <ns1:gd name="connsiteX10-21" fmla="*/ 0 w 6941935"/>
              <ns1:gd name="connsiteY10-22" fmla="*/ 4155291 h 6516240"/>
              <ns1:gd name="connsiteX11-23" fmla="*/ 0 w 6941935"/>
              <ns1:gd name="connsiteY11-24" fmla="*/ 4010869 h 6516240"/>
              <ns1:gd name="connsiteX12-25" fmla="*/ 0 w 6941935"/>
              <ns1:gd name="connsiteY12-26" fmla="*/ 3352747 h 6516240"/>
              <ns1:gd name="connsiteX13-27" fmla="*/ 0 w 6941935"/>
              <ns1:gd name="connsiteY13-28" fmla="*/ 1876524 h 6516240"/>
              <ns1:gd name="connsiteX14-29" fmla="*/ 0 w 6941935"/>
              <ns1:gd name="connsiteY14-30" fmla="*/ 1732102 h 6516240"/>
              <ns1:gd name="connsiteX15-31" fmla="*/ 0 w 6941935"/>
              <ns1:gd name="connsiteY15-32" fmla="*/ 1073980 h 6516240"/>
              <ns1:gd name="connsiteX16-33" fmla="*/ 227535 w 6941935"/>
              <ns1:gd name="connsiteY16-34" fmla="*/ 1223081 h 6516240"/>
              <ns1:gd name="connsiteX17-35" fmla="*/ 6270374 w 6941935"/>
              <ns1:gd name="connsiteY17-36" fmla="*/ 468824 h 6516240"/>
              <ns1:gd name="connsiteX18-37" fmla="*/ 6858000 w 6941935"/>
              <ns1:gd name="connsiteY18-38" fmla="*/ 56823 h 6516240"/>
              <ns1:gd name="connsiteX0-39" fmla="*/ 6858000 w 6858000"/>
              <ns1:gd name="connsiteY0-40" fmla="*/ 4734 h 6464151"/>
              <ns1:gd name="connsiteX1-41" fmla="*/ 6858000 w 6858000"/>
              <ns1:gd name="connsiteY1-42" fmla="*/ 1680013 h 6464151"/>
              <ns1:gd name="connsiteX2-43" fmla="*/ 6858000 w 6858000"/>
              <ns1:gd name="connsiteY2-44" fmla="*/ 1824435 h 6464151"/>
              <ns1:gd name="connsiteX3-45" fmla="*/ 6858000 w 6858000"/>
              <ns1:gd name="connsiteY3-46" fmla="*/ 2283501 h 6464151"/>
              <ns1:gd name="connsiteX4-47" fmla="*/ 6858000 w 6858000"/>
              <ns1:gd name="connsiteY4-48" fmla="*/ 3958780 h 6464151"/>
              <ns1:gd name="connsiteX5-49" fmla="*/ 6858000 w 6858000"/>
              <ns1:gd name="connsiteY5-50" fmla="*/ 4103202 h 6464151"/>
              <ns1:gd name="connsiteX6-51" fmla="*/ 6858000 w 6858000"/>
              <ns1:gd name="connsiteY6-52" fmla="*/ 4185384 h 6464151"/>
              <ns1:gd name="connsiteX7-53" fmla="*/ 6858000 w 6858000"/>
              <ns1:gd name="connsiteY7-54" fmla="*/ 6464151 h 6464151"/>
              <ns1:gd name="connsiteX8-55" fmla="*/ 0 w 6858000"/>
              <ns1:gd name="connsiteY8-56" fmla="*/ 6464151 h 6464151"/>
              <ns1:gd name="connsiteX9-57" fmla="*/ 0 w 6858000"/>
              <ns1:gd name="connsiteY9-58" fmla="*/ 4185384 h 6464151"/>
              <ns1:gd name="connsiteX10-59" fmla="*/ 0 w 6858000"/>
              <ns1:gd name="connsiteY10-60" fmla="*/ 4103202 h 6464151"/>
              <ns1:gd name="connsiteX11-61" fmla="*/ 0 w 6858000"/>
              <ns1:gd name="connsiteY11-62" fmla="*/ 3958780 h 6464151"/>
              <ns1:gd name="connsiteX12-63" fmla="*/ 0 w 6858000"/>
              <ns1:gd name="connsiteY12-64" fmla="*/ 3300658 h 6464151"/>
              <ns1:gd name="connsiteX13-65" fmla="*/ 0 w 6858000"/>
              <ns1:gd name="connsiteY13-66" fmla="*/ 1824435 h 6464151"/>
              <ns1:gd name="connsiteX14-67" fmla="*/ 0 w 6858000"/>
              <ns1:gd name="connsiteY14-68" fmla="*/ 1680013 h 6464151"/>
              <ns1:gd name="connsiteX15-69" fmla="*/ 0 w 6858000"/>
              <ns1:gd name="connsiteY15-70" fmla="*/ 1021891 h 6464151"/>
              <ns1:gd name="connsiteX16-71" fmla="*/ 227535 w 6858000"/>
              <ns1:gd name="connsiteY16-72" fmla="*/ 1170992 h 6464151"/>
              <ns1:gd name="connsiteX17-73" fmla="*/ 6858000 w 6858000"/>
              <ns1:gd name="connsiteY17-74" fmla="*/ 4734 h 6464151"/>
              <ns1:gd name="connsiteX0-75" fmla="*/ 6858000 w 6858000"/>
              <ns1:gd name="connsiteY0-76" fmla="*/ 0 h 6459417"/>
              <ns1:gd name="connsiteX1-77" fmla="*/ 6858000 w 6858000"/>
              <ns1:gd name="connsiteY1-78" fmla="*/ 1675279 h 6459417"/>
              <ns1:gd name="connsiteX2-79" fmla="*/ 6858000 w 6858000"/>
              <ns1:gd name="connsiteY2-80" fmla="*/ 1819701 h 6459417"/>
              <ns1:gd name="connsiteX3-81" fmla="*/ 6858000 w 6858000"/>
              <ns1:gd name="connsiteY3-82" fmla="*/ 2278767 h 6459417"/>
              <ns1:gd name="connsiteX4-83" fmla="*/ 6858000 w 6858000"/>
              <ns1:gd name="connsiteY4-84" fmla="*/ 3954046 h 6459417"/>
              <ns1:gd name="connsiteX5-85" fmla="*/ 6858000 w 6858000"/>
              <ns1:gd name="connsiteY5-86" fmla="*/ 4098468 h 6459417"/>
              <ns1:gd name="connsiteX6-87" fmla="*/ 6858000 w 6858000"/>
              <ns1:gd name="connsiteY6-88" fmla="*/ 4180650 h 6459417"/>
              <ns1:gd name="connsiteX7-89" fmla="*/ 6858000 w 6858000"/>
              <ns1:gd name="connsiteY7-90" fmla="*/ 6459417 h 6459417"/>
              <ns1:gd name="connsiteX8-91" fmla="*/ 0 w 6858000"/>
              <ns1:gd name="connsiteY8-92" fmla="*/ 6459417 h 6459417"/>
              <ns1:gd name="connsiteX9-93" fmla="*/ 0 w 6858000"/>
              <ns1:gd name="connsiteY9-94" fmla="*/ 4180650 h 6459417"/>
              <ns1:gd name="connsiteX10-95" fmla="*/ 0 w 6858000"/>
              <ns1:gd name="connsiteY10-96" fmla="*/ 4098468 h 6459417"/>
              <ns1:gd name="connsiteX11-97" fmla="*/ 0 w 6858000"/>
              <ns1:gd name="connsiteY11-98" fmla="*/ 3954046 h 6459417"/>
              <ns1:gd name="connsiteX12-99" fmla="*/ 0 w 6858000"/>
              <ns1:gd name="connsiteY12-100" fmla="*/ 3295924 h 6459417"/>
              <ns1:gd name="connsiteX13-101" fmla="*/ 0 w 6858000"/>
              <ns1:gd name="connsiteY13-102" fmla="*/ 1819701 h 6459417"/>
              <ns1:gd name="connsiteX14-103" fmla="*/ 0 w 6858000"/>
              <ns1:gd name="connsiteY14-104" fmla="*/ 1675279 h 6459417"/>
              <ns1:gd name="connsiteX15-105" fmla="*/ 0 w 6858000"/>
              <ns1:gd name="connsiteY15-106" fmla="*/ 1017157 h 6459417"/>
              <ns1:gd name="connsiteX16-107" fmla="*/ 227535 w 6858000"/>
              <ns1:gd name="connsiteY16-108" fmla="*/ 1166258 h 6459417"/>
              <ns1:gd name="connsiteX17-109" fmla="*/ 6858000 w 6858000"/>
              <ns1:gd name="connsiteY17-110" fmla="*/ 0 h 6459417"/>
              <ns1:gd name="connsiteX0-111" fmla="*/ 6858000 w 6858000"/>
              <ns1:gd name="connsiteY0-112" fmla="*/ 0 h 6459417"/>
              <ns1:gd name="connsiteX1-113" fmla="*/ 6858000 w 6858000"/>
              <ns1:gd name="connsiteY1-114" fmla="*/ 1675279 h 6459417"/>
              <ns1:gd name="connsiteX2-115" fmla="*/ 6858000 w 6858000"/>
              <ns1:gd name="connsiteY2-116" fmla="*/ 1819701 h 6459417"/>
              <ns1:gd name="connsiteX3-117" fmla="*/ 6858000 w 6858000"/>
              <ns1:gd name="connsiteY3-118" fmla="*/ 2278767 h 6459417"/>
              <ns1:gd name="connsiteX4-119" fmla="*/ 6858000 w 6858000"/>
              <ns1:gd name="connsiteY4-120" fmla="*/ 3954046 h 6459417"/>
              <ns1:gd name="connsiteX5-121" fmla="*/ 6858000 w 6858000"/>
              <ns1:gd name="connsiteY5-122" fmla="*/ 4098468 h 6459417"/>
              <ns1:gd name="connsiteX6-123" fmla="*/ 6858000 w 6858000"/>
              <ns1:gd name="connsiteY6-124" fmla="*/ 4180650 h 6459417"/>
              <ns1:gd name="connsiteX7-125" fmla="*/ 6858000 w 6858000"/>
              <ns1:gd name="connsiteY7-126" fmla="*/ 6459417 h 6459417"/>
              <ns1:gd name="connsiteX8-127" fmla="*/ 0 w 6858000"/>
              <ns1:gd name="connsiteY8-128" fmla="*/ 6459417 h 6459417"/>
              <ns1:gd name="connsiteX9-129" fmla="*/ 0 w 6858000"/>
              <ns1:gd name="connsiteY9-130" fmla="*/ 4180650 h 6459417"/>
              <ns1:gd name="connsiteX10-131" fmla="*/ 0 w 6858000"/>
              <ns1:gd name="connsiteY10-132" fmla="*/ 4098468 h 6459417"/>
              <ns1:gd name="connsiteX11-133" fmla="*/ 0 w 6858000"/>
              <ns1:gd name="connsiteY11-134" fmla="*/ 3954046 h 6459417"/>
              <ns1:gd name="connsiteX12-135" fmla="*/ 0 w 6858000"/>
              <ns1:gd name="connsiteY12-136" fmla="*/ 3295924 h 6459417"/>
              <ns1:gd name="connsiteX13-137" fmla="*/ 0 w 6858000"/>
              <ns1:gd name="connsiteY13-138" fmla="*/ 1819701 h 6459417"/>
              <ns1:gd name="connsiteX14-139" fmla="*/ 0 w 6858000"/>
              <ns1:gd name="connsiteY14-140" fmla="*/ 1675279 h 6459417"/>
              <ns1:gd name="connsiteX15-141" fmla="*/ 0 w 6858000"/>
              <ns1:gd name="connsiteY15-142" fmla="*/ 1017157 h 6459417"/>
              <ns1:gd name="connsiteX16-143" fmla="*/ 6858000 w 6858000"/>
              <ns1:gd name="connsiteY16-144" fmla="*/ 0 h 6459417"/>
              <ns1:gd name="connsiteX0-145" fmla="*/ 6858000 w 6858000"/>
              <ns1:gd name="connsiteY0-146" fmla="*/ 0 h 6459417"/>
              <ns1:gd name="connsiteX1-147" fmla="*/ 6858000 w 6858000"/>
              <ns1:gd name="connsiteY1-148" fmla="*/ 1675279 h 6459417"/>
              <ns1:gd name="connsiteX2-149" fmla="*/ 6858000 w 6858000"/>
              <ns1:gd name="connsiteY2-150" fmla="*/ 1819701 h 6459417"/>
              <ns1:gd name="connsiteX3-151" fmla="*/ 6858000 w 6858000"/>
              <ns1:gd name="connsiteY3-152" fmla="*/ 2278767 h 6459417"/>
              <ns1:gd name="connsiteX4-153" fmla="*/ 6858000 w 6858000"/>
              <ns1:gd name="connsiteY4-154" fmla="*/ 3954046 h 6459417"/>
              <ns1:gd name="connsiteX5-155" fmla="*/ 6858000 w 6858000"/>
              <ns1:gd name="connsiteY5-156" fmla="*/ 4098468 h 6459417"/>
              <ns1:gd name="connsiteX6-157" fmla="*/ 6858000 w 6858000"/>
              <ns1:gd name="connsiteY6-158" fmla="*/ 4180650 h 6459417"/>
              <ns1:gd name="connsiteX7-159" fmla="*/ 6858000 w 6858000"/>
              <ns1:gd name="connsiteY7-160" fmla="*/ 6459417 h 6459417"/>
              <ns1:gd name="connsiteX8-161" fmla="*/ 0 w 6858000"/>
              <ns1:gd name="connsiteY8-162" fmla="*/ 6459417 h 6459417"/>
              <ns1:gd name="connsiteX9-163" fmla="*/ 0 w 6858000"/>
              <ns1:gd name="connsiteY9-164" fmla="*/ 4180650 h 6459417"/>
              <ns1:gd name="connsiteX10-165" fmla="*/ 0 w 6858000"/>
              <ns1:gd name="connsiteY10-166" fmla="*/ 4098468 h 6459417"/>
              <ns1:gd name="connsiteX11-167" fmla="*/ 0 w 6858000"/>
              <ns1:gd name="connsiteY11-168" fmla="*/ 3954046 h 6459417"/>
              <ns1:gd name="connsiteX12-169" fmla="*/ 0 w 6858000"/>
              <ns1:gd name="connsiteY12-170" fmla="*/ 3295924 h 6459417"/>
              <ns1:gd name="connsiteX13-171" fmla="*/ 0 w 6858000"/>
              <ns1:gd name="connsiteY13-172" fmla="*/ 1819701 h 6459417"/>
              <ns1:gd name="connsiteX14-173" fmla="*/ 0 w 6858000"/>
              <ns1:gd name="connsiteY14-174" fmla="*/ 1675279 h 6459417"/>
              <ns1:gd name="connsiteX15-175" fmla="*/ 0 w 6858000"/>
              <ns1:gd name="connsiteY15-176" fmla="*/ 1017157 h 6459417"/>
              <ns1:gd name="connsiteX16-177" fmla="*/ 6858000 w 6858000"/>
              <ns1:gd name="connsiteY16-178" fmla="*/ 0 h 6459417"/>
              <ns1:gd name="connsiteX0-179" fmla="*/ 6858000 w 6858000"/>
              <ns1:gd name="connsiteY0-180" fmla="*/ 0 h 6459417"/>
              <ns1:gd name="connsiteX1-181" fmla="*/ 6858000 w 6858000"/>
              <ns1:gd name="connsiteY1-182" fmla="*/ 1675279 h 6459417"/>
              <ns1:gd name="connsiteX2-183" fmla="*/ 6858000 w 6858000"/>
              <ns1:gd name="connsiteY2-184" fmla="*/ 1819701 h 6459417"/>
              <ns1:gd name="connsiteX3-185" fmla="*/ 6858000 w 6858000"/>
              <ns1:gd name="connsiteY3-186" fmla="*/ 2278767 h 6459417"/>
              <ns1:gd name="connsiteX4-187" fmla="*/ 6858000 w 6858000"/>
              <ns1:gd name="connsiteY4-188" fmla="*/ 3954046 h 6459417"/>
              <ns1:gd name="connsiteX5-189" fmla="*/ 6858000 w 6858000"/>
              <ns1:gd name="connsiteY5-190" fmla="*/ 4098468 h 6459417"/>
              <ns1:gd name="connsiteX6-191" fmla="*/ 6858000 w 6858000"/>
              <ns1:gd name="connsiteY6-192" fmla="*/ 4180650 h 6459417"/>
              <ns1:gd name="connsiteX7-193" fmla="*/ 6858000 w 6858000"/>
              <ns1:gd name="connsiteY7-194" fmla="*/ 6459417 h 6459417"/>
              <ns1:gd name="connsiteX8-195" fmla="*/ 0 w 6858000"/>
              <ns1:gd name="connsiteY8-196" fmla="*/ 6459417 h 6459417"/>
              <ns1:gd name="connsiteX9-197" fmla="*/ 0 w 6858000"/>
              <ns1:gd name="connsiteY9-198" fmla="*/ 4180650 h 6459417"/>
              <ns1:gd name="connsiteX10-199" fmla="*/ 0 w 6858000"/>
              <ns1:gd name="connsiteY10-200" fmla="*/ 4098468 h 6459417"/>
              <ns1:gd name="connsiteX11-201" fmla="*/ 0 w 6858000"/>
              <ns1:gd name="connsiteY11-202" fmla="*/ 3954046 h 6459417"/>
              <ns1:gd name="connsiteX12-203" fmla="*/ 0 w 6858000"/>
              <ns1:gd name="connsiteY12-204" fmla="*/ 3295924 h 6459417"/>
              <ns1:gd name="connsiteX13-205" fmla="*/ 0 w 6858000"/>
              <ns1:gd name="connsiteY13-206" fmla="*/ 1819701 h 6459417"/>
              <ns1:gd name="connsiteX14-207" fmla="*/ 0 w 6858000"/>
              <ns1:gd name="connsiteY14-208" fmla="*/ 1675279 h 6459417"/>
              <ns1:gd name="connsiteX15-209" fmla="*/ 0 w 6858000"/>
              <ns1:gd name="connsiteY15-210" fmla="*/ 1017157 h 6459417"/>
              <ns1:gd name="connsiteX16-211" fmla="*/ 6858000 w 6858000"/>
              <ns1:gd name="connsiteY16-212" fmla="*/ 0 h 6459417"/>
              <ns1:gd name="connsiteX0-213" fmla="*/ 6858000 w 6858000"/>
              <ns1:gd name="connsiteY0-214" fmla="*/ 0 h 6459417"/>
              <ns1:gd name="connsiteX1-215" fmla="*/ 6858000 w 6858000"/>
              <ns1:gd name="connsiteY1-216" fmla="*/ 1675279 h 6459417"/>
              <ns1:gd name="connsiteX2-217" fmla="*/ 6858000 w 6858000"/>
              <ns1:gd name="connsiteY2-218" fmla="*/ 1819701 h 6459417"/>
              <ns1:gd name="connsiteX3-219" fmla="*/ 6858000 w 6858000"/>
              <ns1:gd name="connsiteY3-220" fmla="*/ 2278767 h 6459417"/>
              <ns1:gd name="connsiteX4-221" fmla="*/ 6858000 w 6858000"/>
              <ns1:gd name="connsiteY4-222" fmla="*/ 3954046 h 6459417"/>
              <ns1:gd name="connsiteX5-223" fmla="*/ 6858000 w 6858000"/>
              <ns1:gd name="connsiteY5-224" fmla="*/ 4098468 h 6459417"/>
              <ns1:gd name="connsiteX6-225" fmla="*/ 6858000 w 6858000"/>
              <ns1:gd name="connsiteY6-226" fmla="*/ 4180650 h 6459417"/>
              <ns1:gd name="connsiteX7-227" fmla="*/ 6858000 w 6858000"/>
              <ns1:gd name="connsiteY7-228" fmla="*/ 6459417 h 6459417"/>
              <ns1:gd name="connsiteX8-229" fmla="*/ 0 w 6858000"/>
              <ns1:gd name="connsiteY8-230" fmla="*/ 6459417 h 6459417"/>
              <ns1:gd name="connsiteX9-231" fmla="*/ 0 w 6858000"/>
              <ns1:gd name="connsiteY9-232" fmla="*/ 4180650 h 6459417"/>
              <ns1:gd name="connsiteX10-233" fmla="*/ 0 w 6858000"/>
              <ns1:gd name="connsiteY10-234" fmla="*/ 4098468 h 6459417"/>
              <ns1:gd name="connsiteX11-235" fmla="*/ 0 w 6858000"/>
              <ns1:gd name="connsiteY11-236" fmla="*/ 3954046 h 6459417"/>
              <ns1:gd name="connsiteX12-237" fmla="*/ 0 w 6858000"/>
              <ns1:gd name="connsiteY12-238" fmla="*/ 3295924 h 6459417"/>
              <ns1:gd name="connsiteX13-239" fmla="*/ 0 w 6858000"/>
              <ns1:gd name="connsiteY13-240" fmla="*/ 1819701 h 6459417"/>
              <ns1:gd name="connsiteX14-241" fmla="*/ 0 w 6858000"/>
              <ns1:gd name="connsiteY14-242" fmla="*/ 1675279 h 6459417"/>
              <ns1:gd name="connsiteX15-243" fmla="*/ 0 w 6858000"/>
              <ns1:gd name="connsiteY15-244" fmla="*/ 1017157 h 6459417"/>
              <ns1:gd name="connsiteX16-245" fmla="*/ 6858000 w 6858000"/>
              <ns1:gd name="connsiteY16-246" fmla="*/ 0 h 6459417"/>
              <ns1:gd name="connsiteX0-247" fmla="*/ 6858000 w 6858000"/>
              <ns1:gd name="connsiteY0-248" fmla="*/ 0 h 6459417"/>
              <ns1:gd name="connsiteX1-249" fmla="*/ 6858000 w 6858000"/>
              <ns1:gd name="connsiteY1-250" fmla="*/ 1675279 h 6459417"/>
              <ns1:gd name="connsiteX2-251" fmla="*/ 6858000 w 6858000"/>
              <ns1:gd name="connsiteY2-252" fmla="*/ 1819701 h 6459417"/>
              <ns1:gd name="connsiteX3-253" fmla="*/ 6858000 w 6858000"/>
              <ns1:gd name="connsiteY3-254" fmla="*/ 2278767 h 6459417"/>
              <ns1:gd name="connsiteX4-255" fmla="*/ 6858000 w 6858000"/>
              <ns1:gd name="connsiteY4-256" fmla="*/ 3954046 h 6459417"/>
              <ns1:gd name="connsiteX5-257" fmla="*/ 6858000 w 6858000"/>
              <ns1:gd name="connsiteY5-258" fmla="*/ 4098468 h 6459417"/>
              <ns1:gd name="connsiteX6-259" fmla="*/ 6858000 w 6858000"/>
              <ns1:gd name="connsiteY6-260" fmla="*/ 4180650 h 6459417"/>
              <ns1:gd name="connsiteX7-261" fmla="*/ 6858000 w 6858000"/>
              <ns1:gd name="connsiteY7-262" fmla="*/ 6459417 h 6459417"/>
              <ns1:gd name="connsiteX8-263" fmla="*/ 0 w 6858000"/>
              <ns1:gd name="connsiteY8-264" fmla="*/ 6459417 h 6459417"/>
              <ns1:gd name="connsiteX9-265" fmla="*/ 0 w 6858000"/>
              <ns1:gd name="connsiteY9-266" fmla="*/ 4180650 h 6459417"/>
              <ns1:gd name="connsiteX10-267" fmla="*/ 0 w 6858000"/>
              <ns1:gd name="connsiteY10-268" fmla="*/ 4098468 h 6459417"/>
              <ns1:gd name="connsiteX11-269" fmla="*/ 0 w 6858000"/>
              <ns1:gd name="connsiteY11-270" fmla="*/ 3954046 h 6459417"/>
              <ns1:gd name="connsiteX12-271" fmla="*/ 0 w 6858000"/>
              <ns1:gd name="connsiteY12-272" fmla="*/ 3295924 h 6459417"/>
              <ns1:gd name="connsiteX13-273" fmla="*/ 0 w 6858000"/>
              <ns1:gd name="connsiteY13-274" fmla="*/ 1819701 h 6459417"/>
              <ns1:gd name="connsiteX14-275" fmla="*/ 0 w 6858000"/>
              <ns1:gd name="connsiteY14-276" fmla="*/ 1675279 h 6459417"/>
              <ns1:gd name="connsiteX15-277" fmla="*/ 0 w 6858000"/>
              <ns1:gd name="connsiteY15-278" fmla="*/ 1017157 h 6459417"/>
              <ns1:gd name="connsiteX16-279" fmla="*/ 6858000 w 6858000"/>
              <ns1:gd name="connsiteY16-280" fmla="*/ 0 h 6459417"/>
              <ns1:gd name="connsiteX0-281" fmla="*/ 6858000 w 6858000"/>
              <ns1:gd name="connsiteY0-282" fmla="*/ 0 h 6459417"/>
              <ns1:gd name="connsiteX1-283" fmla="*/ 6858000 w 6858000"/>
              <ns1:gd name="connsiteY1-284" fmla="*/ 1675279 h 6459417"/>
              <ns1:gd name="connsiteX2-285" fmla="*/ 6858000 w 6858000"/>
              <ns1:gd name="connsiteY2-286" fmla="*/ 1819701 h 6459417"/>
              <ns1:gd name="connsiteX3-287" fmla="*/ 6858000 w 6858000"/>
              <ns1:gd name="connsiteY3-288" fmla="*/ 2278767 h 6459417"/>
              <ns1:gd name="connsiteX4-289" fmla="*/ 6858000 w 6858000"/>
              <ns1:gd name="connsiteY4-290" fmla="*/ 3954046 h 6459417"/>
              <ns1:gd name="connsiteX5-291" fmla="*/ 6858000 w 6858000"/>
              <ns1:gd name="connsiteY5-292" fmla="*/ 4098468 h 6459417"/>
              <ns1:gd name="connsiteX6-293" fmla="*/ 6858000 w 6858000"/>
              <ns1:gd name="connsiteY6-294" fmla="*/ 4180650 h 6459417"/>
              <ns1:gd name="connsiteX7-295" fmla="*/ 6858000 w 6858000"/>
              <ns1:gd name="connsiteY7-296" fmla="*/ 6459417 h 6459417"/>
              <ns1:gd name="connsiteX8-297" fmla="*/ 0 w 6858000"/>
              <ns1:gd name="connsiteY8-298" fmla="*/ 6459417 h 6459417"/>
              <ns1:gd name="connsiteX9-299" fmla="*/ 0 w 6858000"/>
              <ns1:gd name="connsiteY9-300" fmla="*/ 4180650 h 6459417"/>
              <ns1:gd name="connsiteX10-301" fmla="*/ 0 w 6858000"/>
              <ns1:gd name="connsiteY10-302" fmla="*/ 4098468 h 6459417"/>
              <ns1:gd name="connsiteX11-303" fmla="*/ 0 w 6858000"/>
              <ns1:gd name="connsiteY11-304" fmla="*/ 3954046 h 6459417"/>
              <ns1:gd name="connsiteX12-305" fmla="*/ 0 w 6858000"/>
              <ns1:gd name="connsiteY12-306" fmla="*/ 3295924 h 6459417"/>
              <ns1:gd name="connsiteX13-307" fmla="*/ 0 w 6858000"/>
              <ns1:gd name="connsiteY13-308" fmla="*/ 1819701 h 6459417"/>
              <ns1:gd name="connsiteX14-309" fmla="*/ 0 w 6858000"/>
              <ns1:gd name="connsiteY14-310" fmla="*/ 1675279 h 6459417"/>
              <ns1:gd name="connsiteX15-311" fmla="*/ 0 w 6858000"/>
              <ns1:gd name="connsiteY15-312" fmla="*/ 1017157 h 6459417"/>
              <ns1:gd name="connsiteX16-313" fmla="*/ 6858000 w 6858000"/>
              <ns1:gd name="connsiteY16-314" fmla="*/ 0 h 6459417"/>
              <ns1:gd name="connsiteX0-315" fmla="*/ 6858000 w 6858000"/>
              <ns1:gd name="connsiteY0-316" fmla="*/ 0 h 6459417"/>
              <ns1:gd name="connsiteX1-317" fmla="*/ 6858000 w 6858000"/>
              <ns1:gd name="connsiteY1-318" fmla="*/ 1675279 h 6459417"/>
              <ns1:gd name="connsiteX2-319" fmla="*/ 6858000 w 6858000"/>
              <ns1:gd name="connsiteY2-320" fmla="*/ 1819701 h 6459417"/>
              <ns1:gd name="connsiteX3-321" fmla="*/ 6858000 w 6858000"/>
              <ns1:gd name="connsiteY3-322" fmla="*/ 2278767 h 6459417"/>
              <ns1:gd name="connsiteX4-323" fmla="*/ 6858000 w 6858000"/>
              <ns1:gd name="connsiteY4-324" fmla="*/ 3954046 h 6459417"/>
              <ns1:gd name="connsiteX5-325" fmla="*/ 6858000 w 6858000"/>
              <ns1:gd name="connsiteY5-326" fmla="*/ 4098468 h 6459417"/>
              <ns1:gd name="connsiteX6-327" fmla="*/ 6858000 w 6858000"/>
              <ns1:gd name="connsiteY6-328" fmla="*/ 4180650 h 6459417"/>
              <ns1:gd name="connsiteX7-329" fmla="*/ 6858000 w 6858000"/>
              <ns1:gd name="connsiteY7-330" fmla="*/ 6459417 h 6459417"/>
              <ns1:gd name="connsiteX8-331" fmla="*/ 0 w 6858000"/>
              <ns1:gd name="connsiteY8-332" fmla="*/ 6459417 h 6459417"/>
              <ns1:gd name="connsiteX9-333" fmla="*/ 0 w 6858000"/>
              <ns1:gd name="connsiteY9-334" fmla="*/ 4180650 h 6459417"/>
              <ns1:gd name="connsiteX10-335" fmla="*/ 0 w 6858000"/>
              <ns1:gd name="connsiteY10-336" fmla="*/ 4098468 h 6459417"/>
              <ns1:gd name="connsiteX11-337" fmla="*/ 0 w 6858000"/>
              <ns1:gd name="connsiteY11-338" fmla="*/ 3954046 h 6459417"/>
              <ns1:gd name="connsiteX12-339" fmla="*/ 0 w 6858000"/>
              <ns1:gd name="connsiteY12-340" fmla="*/ 3295924 h 6459417"/>
              <ns1:gd name="connsiteX13-341" fmla="*/ 0 w 6858000"/>
              <ns1:gd name="connsiteY13-342" fmla="*/ 1819701 h 6459417"/>
              <ns1:gd name="connsiteX14-343" fmla="*/ 0 w 6858000"/>
              <ns1:gd name="connsiteY14-344" fmla="*/ 1675279 h 6459417"/>
              <ns1:gd name="connsiteX15-345" fmla="*/ 0 w 6858000"/>
              <ns1:gd name="connsiteY15-346" fmla="*/ 1017157 h 6459417"/>
              <ns1:gd name="connsiteX16-347" fmla="*/ 6858000 w 6858000"/>
              <ns1:gd name="connsiteY16-348" fmla="*/ 0 h 6459417"/>
              <ns1:gd name="connsiteX0-349" fmla="*/ 6858000 w 6858000"/>
              <ns1:gd name="connsiteY0-350" fmla="*/ 0 h 6459417"/>
              <ns1:gd name="connsiteX1-351" fmla="*/ 6858000 w 6858000"/>
              <ns1:gd name="connsiteY1-352" fmla="*/ 1675279 h 6459417"/>
              <ns1:gd name="connsiteX2-353" fmla="*/ 6858000 w 6858000"/>
              <ns1:gd name="connsiteY2-354" fmla="*/ 1819701 h 6459417"/>
              <ns1:gd name="connsiteX3-355" fmla="*/ 6858000 w 6858000"/>
              <ns1:gd name="connsiteY3-356" fmla="*/ 2278767 h 6459417"/>
              <ns1:gd name="connsiteX4-357" fmla="*/ 6858000 w 6858000"/>
              <ns1:gd name="connsiteY4-358" fmla="*/ 3954046 h 6459417"/>
              <ns1:gd name="connsiteX5-359" fmla="*/ 6858000 w 6858000"/>
              <ns1:gd name="connsiteY5-360" fmla="*/ 4098468 h 6459417"/>
              <ns1:gd name="connsiteX6-361" fmla="*/ 6858000 w 6858000"/>
              <ns1:gd name="connsiteY6-362" fmla="*/ 4180650 h 6459417"/>
              <ns1:gd name="connsiteX7-363" fmla="*/ 6858000 w 6858000"/>
              <ns1:gd name="connsiteY7-364" fmla="*/ 6459417 h 6459417"/>
              <ns1:gd name="connsiteX8-365" fmla="*/ 0 w 6858000"/>
              <ns1:gd name="connsiteY8-366" fmla="*/ 6459417 h 6459417"/>
              <ns1:gd name="connsiteX9-367" fmla="*/ 0 w 6858000"/>
              <ns1:gd name="connsiteY9-368" fmla="*/ 4180650 h 6459417"/>
              <ns1:gd name="connsiteX10-369" fmla="*/ 0 w 6858000"/>
              <ns1:gd name="connsiteY10-370" fmla="*/ 4098468 h 6459417"/>
              <ns1:gd name="connsiteX11-371" fmla="*/ 0 w 6858000"/>
              <ns1:gd name="connsiteY11-372" fmla="*/ 3954046 h 6459417"/>
              <ns1:gd name="connsiteX12-373" fmla="*/ 0 w 6858000"/>
              <ns1:gd name="connsiteY12-374" fmla="*/ 3295924 h 6459417"/>
              <ns1:gd name="connsiteX13-375" fmla="*/ 0 w 6858000"/>
              <ns1:gd name="connsiteY13-376" fmla="*/ 1819701 h 6459417"/>
              <ns1:gd name="connsiteX14-377" fmla="*/ 0 w 6858000"/>
              <ns1:gd name="connsiteY14-378" fmla="*/ 1675279 h 6459417"/>
              <ns1:gd name="connsiteX15-379" fmla="*/ 0 w 6858000"/>
              <ns1:gd name="connsiteY15-380" fmla="*/ 1017157 h 6459417"/>
              <ns1:gd name="connsiteX16-381" fmla="*/ 6858000 w 6858000"/>
              <ns1:gd name="connsiteY16-382" fmla="*/ 0 h 6459417"/>
              <ns1:gd name="connsiteX0-383" fmla="*/ 6858000 w 6858000"/>
              <ns1:gd name="connsiteY0-384" fmla="*/ 0 h 6459417"/>
              <ns1:gd name="connsiteX1-385" fmla="*/ 6858000 w 6858000"/>
              <ns1:gd name="connsiteY1-386" fmla="*/ 1675279 h 6459417"/>
              <ns1:gd name="connsiteX2-387" fmla="*/ 6858000 w 6858000"/>
              <ns1:gd name="connsiteY2-388" fmla="*/ 1819701 h 6459417"/>
              <ns1:gd name="connsiteX3-389" fmla="*/ 6858000 w 6858000"/>
              <ns1:gd name="connsiteY3-390" fmla="*/ 2278767 h 6459417"/>
              <ns1:gd name="connsiteX4-391" fmla="*/ 6858000 w 6858000"/>
              <ns1:gd name="connsiteY4-392" fmla="*/ 3954046 h 6459417"/>
              <ns1:gd name="connsiteX5-393" fmla="*/ 6858000 w 6858000"/>
              <ns1:gd name="connsiteY5-394" fmla="*/ 4098468 h 6459417"/>
              <ns1:gd name="connsiteX6-395" fmla="*/ 6858000 w 6858000"/>
              <ns1:gd name="connsiteY6-396" fmla="*/ 4180650 h 6459417"/>
              <ns1:gd name="connsiteX7-397" fmla="*/ 6858000 w 6858000"/>
              <ns1:gd name="connsiteY7-398" fmla="*/ 6459417 h 6459417"/>
              <ns1:gd name="connsiteX8-399" fmla="*/ 0 w 6858000"/>
              <ns1:gd name="connsiteY8-400" fmla="*/ 6459417 h 6459417"/>
              <ns1:gd name="connsiteX9-401" fmla="*/ 0 w 6858000"/>
              <ns1:gd name="connsiteY9-402" fmla="*/ 4180650 h 6459417"/>
              <ns1:gd name="connsiteX10-403" fmla="*/ 0 w 6858000"/>
              <ns1:gd name="connsiteY10-404" fmla="*/ 4098468 h 6459417"/>
              <ns1:gd name="connsiteX11-405" fmla="*/ 0 w 6858000"/>
              <ns1:gd name="connsiteY11-406" fmla="*/ 3954046 h 6459417"/>
              <ns1:gd name="connsiteX12-407" fmla="*/ 0 w 6858000"/>
              <ns1:gd name="connsiteY12-408" fmla="*/ 3295924 h 6459417"/>
              <ns1:gd name="connsiteX13-409" fmla="*/ 0 w 6858000"/>
              <ns1:gd name="connsiteY13-410" fmla="*/ 1819701 h 6459417"/>
              <ns1:gd name="connsiteX14-411" fmla="*/ 0 w 6858000"/>
              <ns1:gd name="connsiteY14-412" fmla="*/ 1675279 h 6459417"/>
              <ns1:gd name="connsiteX15-413" fmla="*/ 0 w 6858000"/>
              <ns1:gd name="connsiteY15-414" fmla="*/ 1017157 h 6459417"/>
              <ns1:gd name="connsiteX16-415" fmla="*/ 6858000 w 6858000"/>
              <ns1:gd name="connsiteY16-416" fmla="*/ 0 h 6459417"/>
              <ns1:gd name="connsiteX0-417" fmla="*/ 6858003 w 6858003"/>
              <ns1:gd name="connsiteY0-418" fmla="*/ 0 h 6735189"/>
              <ns1:gd name="connsiteX1-419" fmla="*/ 6858000 w 6858003"/>
              <ns1:gd name="connsiteY1-420" fmla="*/ 1951051 h 6735189"/>
              <ns1:gd name="connsiteX2-421" fmla="*/ 6858000 w 6858003"/>
              <ns1:gd name="connsiteY2-422" fmla="*/ 2095473 h 6735189"/>
              <ns1:gd name="connsiteX3-423" fmla="*/ 6858000 w 6858003"/>
              <ns1:gd name="connsiteY3-424" fmla="*/ 2554539 h 6735189"/>
              <ns1:gd name="connsiteX4-425" fmla="*/ 6858000 w 6858003"/>
              <ns1:gd name="connsiteY4-426" fmla="*/ 4229818 h 6735189"/>
              <ns1:gd name="connsiteX5-427" fmla="*/ 6858000 w 6858003"/>
              <ns1:gd name="connsiteY5-428" fmla="*/ 4374240 h 6735189"/>
              <ns1:gd name="connsiteX6-429" fmla="*/ 6858000 w 6858003"/>
              <ns1:gd name="connsiteY6-430" fmla="*/ 4456422 h 6735189"/>
              <ns1:gd name="connsiteX7-431" fmla="*/ 6858000 w 6858003"/>
              <ns1:gd name="connsiteY7-432" fmla="*/ 6735189 h 6735189"/>
              <ns1:gd name="connsiteX8-433" fmla="*/ 0 w 6858003"/>
              <ns1:gd name="connsiteY8-434" fmla="*/ 6735189 h 6735189"/>
              <ns1:gd name="connsiteX9-435" fmla="*/ 0 w 6858003"/>
              <ns1:gd name="connsiteY9-436" fmla="*/ 4456422 h 6735189"/>
              <ns1:gd name="connsiteX10-437" fmla="*/ 0 w 6858003"/>
              <ns1:gd name="connsiteY10-438" fmla="*/ 4374240 h 6735189"/>
              <ns1:gd name="connsiteX11-439" fmla="*/ 0 w 6858003"/>
              <ns1:gd name="connsiteY11-440" fmla="*/ 4229818 h 6735189"/>
              <ns1:gd name="connsiteX12-441" fmla="*/ 0 w 6858003"/>
              <ns1:gd name="connsiteY12-442" fmla="*/ 3571696 h 6735189"/>
              <ns1:gd name="connsiteX13-443" fmla="*/ 0 w 6858003"/>
              <ns1:gd name="connsiteY13-444" fmla="*/ 2095473 h 6735189"/>
              <ns1:gd name="connsiteX14-445" fmla="*/ 0 w 6858003"/>
              <ns1:gd name="connsiteY14-446" fmla="*/ 1951051 h 6735189"/>
              <ns1:gd name="connsiteX15-447" fmla="*/ 0 w 6858003"/>
              <ns1:gd name="connsiteY15-448" fmla="*/ 1292929 h 6735189"/>
              <ns1:gd name="connsiteX16-449" fmla="*/ 6858003 w 6858003"/>
              <ns1:gd name="connsiteY16-450" fmla="*/ 0 h 6735189"/>
              <ns1:gd name="connsiteX0-451" fmla="*/ 6858003 w 6858003"/>
              <ns1:gd name="connsiteY0-452" fmla="*/ 0 h 6735189"/>
              <ns1:gd name="connsiteX1-453" fmla="*/ 6858000 w 6858003"/>
              <ns1:gd name="connsiteY1-454" fmla="*/ 1951051 h 6735189"/>
              <ns1:gd name="connsiteX2-455" fmla="*/ 6858000 w 6858003"/>
              <ns1:gd name="connsiteY2-456" fmla="*/ 2095473 h 6735189"/>
              <ns1:gd name="connsiteX3-457" fmla="*/ 6858000 w 6858003"/>
              <ns1:gd name="connsiteY3-458" fmla="*/ 2554539 h 6735189"/>
              <ns1:gd name="connsiteX4-459" fmla="*/ 6858000 w 6858003"/>
              <ns1:gd name="connsiteY4-460" fmla="*/ 4229818 h 6735189"/>
              <ns1:gd name="connsiteX5-461" fmla="*/ 6858000 w 6858003"/>
              <ns1:gd name="connsiteY5-462" fmla="*/ 4374240 h 6735189"/>
              <ns1:gd name="connsiteX6-463" fmla="*/ 6858000 w 6858003"/>
              <ns1:gd name="connsiteY6-464" fmla="*/ 4456422 h 6735189"/>
              <ns1:gd name="connsiteX7-465" fmla="*/ 6858000 w 6858003"/>
              <ns1:gd name="connsiteY7-466" fmla="*/ 6735189 h 6735189"/>
              <ns1:gd name="connsiteX8-467" fmla="*/ 0 w 6858003"/>
              <ns1:gd name="connsiteY8-468" fmla="*/ 6735189 h 6735189"/>
              <ns1:gd name="connsiteX9-469" fmla="*/ 0 w 6858003"/>
              <ns1:gd name="connsiteY9-470" fmla="*/ 4456422 h 6735189"/>
              <ns1:gd name="connsiteX10-471" fmla="*/ 0 w 6858003"/>
              <ns1:gd name="connsiteY10-472" fmla="*/ 4374240 h 6735189"/>
              <ns1:gd name="connsiteX11-473" fmla="*/ 0 w 6858003"/>
              <ns1:gd name="connsiteY11-474" fmla="*/ 4229818 h 6735189"/>
              <ns1:gd name="connsiteX12-475" fmla="*/ 0 w 6858003"/>
              <ns1:gd name="connsiteY12-476" fmla="*/ 3571696 h 6735189"/>
              <ns1:gd name="connsiteX13-477" fmla="*/ 0 w 6858003"/>
              <ns1:gd name="connsiteY13-478" fmla="*/ 2095473 h 6735189"/>
              <ns1:gd name="connsiteX14-479" fmla="*/ 0 w 6858003"/>
              <ns1:gd name="connsiteY14-480" fmla="*/ 1951051 h 6735189"/>
              <ns1:gd name="connsiteX15-481" fmla="*/ 0 w 6858003"/>
              <ns1:gd name="connsiteY15-482" fmla="*/ 1292929 h 6735189"/>
              <ns1:gd name="connsiteX16-483" fmla="*/ 6858003 w 6858003"/>
              <ns1:gd name="connsiteY16-484" fmla="*/ 0 h 6735189"/>
              <ns1:gd name="connsiteX0-485" fmla="*/ 6858003 w 6858003"/>
              <ns1:gd name="connsiteY0-486" fmla="*/ 0 h 6735189"/>
              <ns1:gd name="connsiteX1-487" fmla="*/ 6858000 w 6858003"/>
              <ns1:gd name="connsiteY1-488" fmla="*/ 1951051 h 6735189"/>
              <ns1:gd name="connsiteX2-489" fmla="*/ 6858000 w 6858003"/>
              <ns1:gd name="connsiteY2-490" fmla="*/ 2095473 h 6735189"/>
              <ns1:gd name="connsiteX3-491" fmla="*/ 6858000 w 6858003"/>
              <ns1:gd name="connsiteY3-492" fmla="*/ 2554539 h 6735189"/>
              <ns1:gd name="connsiteX4-493" fmla="*/ 6858000 w 6858003"/>
              <ns1:gd name="connsiteY4-494" fmla="*/ 4229818 h 6735189"/>
              <ns1:gd name="connsiteX5-495" fmla="*/ 6858000 w 6858003"/>
              <ns1:gd name="connsiteY5-496" fmla="*/ 4374240 h 6735189"/>
              <ns1:gd name="connsiteX6-497" fmla="*/ 6858000 w 6858003"/>
              <ns1:gd name="connsiteY6-498" fmla="*/ 4456422 h 6735189"/>
              <ns1:gd name="connsiteX7-499" fmla="*/ 6858000 w 6858003"/>
              <ns1:gd name="connsiteY7-500" fmla="*/ 6735189 h 6735189"/>
              <ns1:gd name="connsiteX8-501" fmla="*/ 0 w 6858003"/>
              <ns1:gd name="connsiteY8-502" fmla="*/ 6735189 h 6735189"/>
              <ns1:gd name="connsiteX9-503" fmla="*/ 0 w 6858003"/>
              <ns1:gd name="connsiteY9-504" fmla="*/ 4456422 h 6735189"/>
              <ns1:gd name="connsiteX10-505" fmla="*/ 0 w 6858003"/>
              <ns1:gd name="connsiteY10-506" fmla="*/ 4374240 h 6735189"/>
              <ns1:gd name="connsiteX11-507" fmla="*/ 0 w 6858003"/>
              <ns1:gd name="connsiteY11-508" fmla="*/ 4229818 h 6735189"/>
              <ns1:gd name="connsiteX12-509" fmla="*/ 0 w 6858003"/>
              <ns1:gd name="connsiteY12-510" fmla="*/ 3571696 h 6735189"/>
              <ns1:gd name="connsiteX13-511" fmla="*/ 0 w 6858003"/>
              <ns1:gd name="connsiteY13-512" fmla="*/ 2095473 h 6735189"/>
              <ns1:gd name="connsiteX14-513" fmla="*/ 0 w 6858003"/>
              <ns1:gd name="connsiteY14-514" fmla="*/ 1951051 h 6735189"/>
              <ns1:gd name="connsiteX15-515" fmla="*/ 0 w 6858003"/>
              <ns1:gd name="connsiteY15-516" fmla="*/ 1292929 h 6735189"/>
              <ns1:gd name="connsiteX16-517" fmla="*/ 6858003 w 6858003"/>
              <ns1:gd name="connsiteY16-518" fmla="*/ 0 h 6735189"/>
              <ns1:gd name="connsiteX0-519" fmla="*/ 6858003 w 6858003"/>
              <ns1:gd name="connsiteY0-520" fmla="*/ 0 h 6735189"/>
              <ns1:gd name="connsiteX1-521" fmla="*/ 6858000 w 6858003"/>
              <ns1:gd name="connsiteY1-522" fmla="*/ 1951051 h 6735189"/>
              <ns1:gd name="connsiteX2-523" fmla="*/ 6858000 w 6858003"/>
              <ns1:gd name="connsiteY2-524" fmla="*/ 2095473 h 6735189"/>
              <ns1:gd name="connsiteX3-525" fmla="*/ 6858000 w 6858003"/>
              <ns1:gd name="connsiteY3-526" fmla="*/ 2554539 h 6735189"/>
              <ns1:gd name="connsiteX4-527" fmla="*/ 6858000 w 6858003"/>
              <ns1:gd name="connsiteY4-528" fmla="*/ 4229818 h 6735189"/>
              <ns1:gd name="connsiteX5-529" fmla="*/ 6858000 w 6858003"/>
              <ns1:gd name="connsiteY5-530" fmla="*/ 4374240 h 6735189"/>
              <ns1:gd name="connsiteX6-531" fmla="*/ 6858000 w 6858003"/>
              <ns1:gd name="connsiteY6-532" fmla="*/ 4456422 h 6735189"/>
              <ns1:gd name="connsiteX7-533" fmla="*/ 6858000 w 6858003"/>
              <ns1:gd name="connsiteY7-534" fmla="*/ 6735189 h 6735189"/>
              <ns1:gd name="connsiteX8-535" fmla="*/ 0 w 6858003"/>
              <ns1:gd name="connsiteY8-536" fmla="*/ 6735189 h 6735189"/>
              <ns1:gd name="connsiteX9-537" fmla="*/ 0 w 6858003"/>
              <ns1:gd name="connsiteY9-538" fmla="*/ 4456422 h 6735189"/>
              <ns1:gd name="connsiteX10-539" fmla="*/ 0 w 6858003"/>
              <ns1:gd name="connsiteY10-540" fmla="*/ 4374240 h 6735189"/>
              <ns1:gd name="connsiteX11-541" fmla="*/ 0 w 6858003"/>
              <ns1:gd name="connsiteY11-542" fmla="*/ 4229818 h 6735189"/>
              <ns1:gd name="connsiteX12-543" fmla="*/ 0 w 6858003"/>
              <ns1:gd name="connsiteY12-544" fmla="*/ 3571696 h 6735189"/>
              <ns1:gd name="connsiteX13-545" fmla="*/ 0 w 6858003"/>
              <ns1:gd name="connsiteY13-546" fmla="*/ 2095473 h 6735189"/>
              <ns1:gd name="connsiteX14-547" fmla="*/ 0 w 6858003"/>
              <ns1:gd name="connsiteY14-548" fmla="*/ 1951051 h 6735189"/>
              <ns1:gd name="connsiteX15-549" fmla="*/ 0 w 6858003"/>
              <ns1:gd name="connsiteY15-550" fmla="*/ 1292929 h 6735189"/>
              <ns1:gd name="connsiteX16-551" fmla="*/ 6858003 w 6858003"/>
              <ns1:gd name="connsiteY16-552" fmla="*/ 0 h 6735189"/>
              <ns1:gd name="connsiteX0-553" fmla="*/ 6858003 w 6858003"/>
              <ns1:gd name="connsiteY0-554" fmla="*/ 0 h 6735189"/>
              <ns1:gd name="connsiteX1-555" fmla="*/ 6858000 w 6858003"/>
              <ns1:gd name="connsiteY1-556" fmla="*/ 1951051 h 6735189"/>
              <ns1:gd name="connsiteX2-557" fmla="*/ 6858000 w 6858003"/>
              <ns1:gd name="connsiteY2-558" fmla="*/ 2095473 h 6735189"/>
              <ns1:gd name="connsiteX3-559" fmla="*/ 6858000 w 6858003"/>
              <ns1:gd name="connsiteY3-560" fmla="*/ 2554539 h 6735189"/>
              <ns1:gd name="connsiteX4-561" fmla="*/ 6858000 w 6858003"/>
              <ns1:gd name="connsiteY4-562" fmla="*/ 4229818 h 6735189"/>
              <ns1:gd name="connsiteX5-563" fmla="*/ 6858000 w 6858003"/>
              <ns1:gd name="connsiteY5-564" fmla="*/ 4374240 h 6735189"/>
              <ns1:gd name="connsiteX6-565" fmla="*/ 6858000 w 6858003"/>
              <ns1:gd name="connsiteY6-566" fmla="*/ 4456422 h 6735189"/>
              <ns1:gd name="connsiteX7-567" fmla="*/ 6858000 w 6858003"/>
              <ns1:gd name="connsiteY7-568" fmla="*/ 6735189 h 6735189"/>
              <ns1:gd name="connsiteX8-569" fmla="*/ 0 w 6858003"/>
              <ns1:gd name="connsiteY8-570" fmla="*/ 6735189 h 6735189"/>
              <ns1:gd name="connsiteX9-571" fmla="*/ 0 w 6858003"/>
              <ns1:gd name="connsiteY9-572" fmla="*/ 4456422 h 6735189"/>
              <ns1:gd name="connsiteX10-573" fmla="*/ 0 w 6858003"/>
              <ns1:gd name="connsiteY10-574" fmla="*/ 4374240 h 6735189"/>
              <ns1:gd name="connsiteX11-575" fmla="*/ 0 w 6858003"/>
              <ns1:gd name="connsiteY11-576" fmla="*/ 4229818 h 6735189"/>
              <ns1:gd name="connsiteX12-577" fmla="*/ 0 w 6858003"/>
              <ns1:gd name="connsiteY12-578" fmla="*/ 3571696 h 6735189"/>
              <ns1:gd name="connsiteX13-579" fmla="*/ 0 w 6858003"/>
              <ns1:gd name="connsiteY13-580" fmla="*/ 2095473 h 6735189"/>
              <ns1:gd name="connsiteX14-581" fmla="*/ 0 w 6858003"/>
              <ns1:gd name="connsiteY14-582" fmla="*/ 1951051 h 6735189"/>
              <ns1:gd name="connsiteX15-583" fmla="*/ 0 w 6858003"/>
              <ns1:gd name="connsiteY15-584" fmla="*/ 1292929 h 6735189"/>
              <ns1:gd name="connsiteX16-585" fmla="*/ 6858003 w 6858003"/>
              <ns1:gd name="connsiteY16-586" fmla="*/ 0 h 6735189"/>
              <ns1:gd name="connsiteX0-587" fmla="*/ 6858003 w 6858003"/>
              <ns1:gd name="connsiteY0-588" fmla="*/ 0 h 7431875"/>
              <ns1:gd name="connsiteX1-589" fmla="*/ 6858000 w 6858003"/>
              <ns1:gd name="connsiteY1-590" fmla="*/ 2647737 h 7431875"/>
              <ns1:gd name="connsiteX2-591" fmla="*/ 6858000 w 6858003"/>
              <ns1:gd name="connsiteY2-592" fmla="*/ 2792159 h 7431875"/>
              <ns1:gd name="connsiteX3-593" fmla="*/ 6858000 w 6858003"/>
              <ns1:gd name="connsiteY3-594" fmla="*/ 3251225 h 7431875"/>
              <ns1:gd name="connsiteX4-595" fmla="*/ 6858000 w 6858003"/>
              <ns1:gd name="connsiteY4-596" fmla="*/ 4926504 h 7431875"/>
              <ns1:gd name="connsiteX5-597" fmla="*/ 6858000 w 6858003"/>
              <ns1:gd name="connsiteY5-598" fmla="*/ 5070926 h 7431875"/>
              <ns1:gd name="connsiteX6-599" fmla="*/ 6858000 w 6858003"/>
              <ns1:gd name="connsiteY6-600" fmla="*/ 5153108 h 7431875"/>
              <ns1:gd name="connsiteX7-601" fmla="*/ 6858000 w 6858003"/>
              <ns1:gd name="connsiteY7-602" fmla="*/ 7431875 h 7431875"/>
              <ns1:gd name="connsiteX8-603" fmla="*/ 0 w 6858003"/>
              <ns1:gd name="connsiteY8-604" fmla="*/ 7431875 h 7431875"/>
              <ns1:gd name="connsiteX9-605" fmla="*/ 0 w 6858003"/>
              <ns1:gd name="connsiteY9-606" fmla="*/ 5153108 h 7431875"/>
              <ns1:gd name="connsiteX10-607" fmla="*/ 0 w 6858003"/>
              <ns1:gd name="connsiteY10-608" fmla="*/ 5070926 h 7431875"/>
              <ns1:gd name="connsiteX11-609" fmla="*/ 0 w 6858003"/>
              <ns1:gd name="connsiteY11-610" fmla="*/ 4926504 h 7431875"/>
              <ns1:gd name="connsiteX12-611" fmla="*/ 0 w 6858003"/>
              <ns1:gd name="connsiteY12-612" fmla="*/ 4268382 h 7431875"/>
              <ns1:gd name="connsiteX13-613" fmla="*/ 0 w 6858003"/>
              <ns1:gd name="connsiteY13-614" fmla="*/ 2792159 h 7431875"/>
              <ns1:gd name="connsiteX14-615" fmla="*/ 0 w 6858003"/>
              <ns1:gd name="connsiteY14-616" fmla="*/ 2647737 h 7431875"/>
              <ns1:gd name="connsiteX15-617" fmla="*/ 0 w 6858003"/>
              <ns1:gd name="connsiteY15-618" fmla="*/ 1989615 h 7431875"/>
              <ns1:gd name="connsiteX16-619" fmla="*/ 6858003 w 6858003"/>
              <ns1:gd name="connsiteY16-620" fmla="*/ 0 h 7431875"/>
              <ns1:gd name="connsiteX0-621" fmla="*/ 6872517 w 6872517"/>
              <ns1:gd name="connsiteY0-622" fmla="*/ 0 h 7431875"/>
              <ns1:gd name="connsiteX1-623" fmla="*/ 6872514 w 6872517"/>
              <ns1:gd name="connsiteY1-624" fmla="*/ 2647737 h 7431875"/>
              <ns1:gd name="connsiteX2-625" fmla="*/ 6872514 w 6872517"/>
              <ns1:gd name="connsiteY2-626" fmla="*/ 2792159 h 7431875"/>
              <ns1:gd name="connsiteX3-627" fmla="*/ 6872514 w 6872517"/>
              <ns1:gd name="connsiteY3-628" fmla="*/ 3251225 h 7431875"/>
              <ns1:gd name="connsiteX4-629" fmla="*/ 6872514 w 6872517"/>
              <ns1:gd name="connsiteY4-630" fmla="*/ 4926504 h 7431875"/>
              <ns1:gd name="connsiteX5-631" fmla="*/ 6872514 w 6872517"/>
              <ns1:gd name="connsiteY5-632" fmla="*/ 5070926 h 7431875"/>
              <ns1:gd name="connsiteX6-633" fmla="*/ 6872514 w 6872517"/>
              <ns1:gd name="connsiteY6-634" fmla="*/ 5153108 h 7431875"/>
              <ns1:gd name="connsiteX7-635" fmla="*/ 6872514 w 6872517"/>
              <ns1:gd name="connsiteY7-636" fmla="*/ 7431875 h 7431875"/>
              <ns1:gd name="connsiteX8-637" fmla="*/ 14514 w 6872517"/>
              <ns1:gd name="connsiteY8-638" fmla="*/ 7431875 h 7431875"/>
              <ns1:gd name="connsiteX9-639" fmla="*/ 14514 w 6872517"/>
              <ns1:gd name="connsiteY9-640" fmla="*/ 5153108 h 7431875"/>
              <ns1:gd name="connsiteX10-641" fmla="*/ 14514 w 6872517"/>
              <ns1:gd name="connsiteY10-642" fmla="*/ 5070926 h 7431875"/>
              <ns1:gd name="connsiteX11-643" fmla="*/ 14514 w 6872517"/>
              <ns1:gd name="connsiteY11-644" fmla="*/ 4926504 h 7431875"/>
              <ns1:gd name="connsiteX12-645" fmla="*/ 14514 w 6872517"/>
              <ns1:gd name="connsiteY12-646" fmla="*/ 4268382 h 7431875"/>
              <ns1:gd name="connsiteX13-647" fmla="*/ 14514 w 6872517"/>
              <ns1:gd name="connsiteY13-648" fmla="*/ 2792159 h 7431875"/>
              <ns1:gd name="connsiteX14-649" fmla="*/ 14514 w 6872517"/>
              <ns1:gd name="connsiteY14-650" fmla="*/ 2647737 h 7431875"/>
              <ns1:gd name="connsiteX15-651" fmla="*/ 0 w 6872517"/>
              <ns1:gd name="connsiteY15-652" fmla="*/ 480129 h 7431875"/>
              <ns1:gd name="connsiteX16-653" fmla="*/ 6872517 w 6872517"/>
              <ns1:gd name="connsiteY16-654" fmla="*/ 0 h 7431875"/>
              <ns1:gd name="connsiteX0-655" fmla="*/ 6858003 w 6858003"/>
              <ns1:gd name="connsiteY0-656" fmla="*/ 0 h 7431875"/>
              <ns1:gd name="connsiteX1-657" fmla="*/ 6858000 w 6858003"/>
              <ns1:gd name="connsiteY1-658" fmla="*/ 2647737 h 7431875"/>
              <ns1:gd name="connsiteX2-659" fmla="*/ 6858000 w 6858003"/>
              <ns1:gd name="connsiteY2-660" fmla="*/ 2792159 h 7431875"/>
              <ns1:gd name="connsiteX3-661" fmla="*/ 6858000 w 6858003"/>
              <ns1:gd name="connsiteY3-662" fmla="*/ 3251225 h 7431875"/>
              <ns1:gd name="connsiteX4-663" fmla="*/ 6858000 w 6858003"/>
              <ns1:gd name="connsiteY4-664" fmla="*/ 4926504 h 7431875"/>
              <ns1:gd name="connsiteX5-665" fmla="*/ 6858000 w 6858003"/>
              <ns1:gd name="connsiteY5-666" fmla="*/ 5070926 h 7431875"/>
              <ns1:gd name="connsiteX6-667" fmla="*/ 6858000 w 6858003"/>
              <ns1:gd name="connsiteY6-668" fmla="*/ 5153108 h 7431875"/>
              <ns1:gd name="connsiteX7-669" fmla="*/ 6858000 w 6858003"/>
              <ns1:gd name="connsiteY7-670" fmla="*/ 7431875 h 7431875"/>
              <ns1:gd name="connsiteX8-671" fmla="*/ 0 w 6858003"/>
              <ns1:gd name="connsiteY8-672" fmla="*/ 7431875 h 7431875"/>
              <ns1:gd name="connsiteX9-673" fmla="*/ 0 w 6858003"/>
              <ns1:gd name="connsiteY9-674" fmla="*/ 5153108 h 7431875"/>
              <ns1:gd name="connsiteX10-675" fmla="*/ 0 w 6858003"/>
              <ns1:gd name="connsiteY10-676" fmla="*/ 5070926 h 7431875"/>
              <ns1:gd name="connsiteX11-677" fmla="*/ 0 w 6858003"/>
              <ns1:gd name="connsiteY11-678" fmla="*/ 4926504 h 7431875"/>
              <ns1:gd name="connsiteX12-679" fmla="*/ 0 w 6858003"/>
              <ns1:gd name="connsiteY12-680" fmla="*/ 4268382 h 7431875"/>
              <ns1:gd name="connsiteX13-681" fmla="*/ 0 w 6858003"/>
              <ns1:gd name="connsiteY13-682" fmla="*/ 2792159 h 7431875"/>
              <ns1:gd name="connsiteX14-683" fmla="*/ 0 w 6858003"/>
              <ns1:gd name="connsiteY14-684" fmla="*/ 2647737 h 7431875"/>
              <ns1:gd name="connsiteX15-685" fmla="*/ 0 w 6858003"/>
              <ns1:gd name="connsiteY15-686" fmla="*/ 552701 h 7431875"/>
              <ns1:gd name="connsiteX16-687" fmla="*/ 6858003 w 6858003"/>
              <ns1:gd name="connsiteY16-688" fmla="*/ 0 h 7431875"/>
              <ns1:gd name="connsiteX0-689" fmla="*/ 6858003 w 6858003"/>
              <ns1:gd name="connsiteY0-690" fmla="*/ 0 h 7431875"/>
              <ns1:gd name="connsiteX1-691" fmla="*/ 6858000 w 6858003"/>
              <ns1:gd name="connsiteY1-692" fmla="*/ 2647737 h 7431875"/>
              <ns1:gd name="connsiteX2-693" fmla="*/ 6858000 w 6858003"/>
              <ns1:gd name="connsiteY2-694" fmla="*/ 2792159 h 7431875"/>
              <ns1:gd name="connsiteX3-695" fmla="*/ 6858000 w 6858003"/>
              <ns1:gd name="connsiteY3-696" fmla="*/ 3251225 h 7431875"/>
              <ns1:gd name="connsiteX4-697" fmla="*/ 6858000 w 6858003"/>
              <ns1:gd name="connsiteY4-698" fmla="*/ 4926504 h 7431875"/>
              <ns1:gd name="connsiteX5-699" fmla="*/ 6858000 w 6858003"/>
              <ns1:gd name="connsiteY5-700" fmla="*/ 5070926 h 7431875"/>
              <ns1:gd name="connsiteX6-701" fmla="*/ 6858000 w 6858003"/>
              <ns1:gd name="connsiteY6-702" fmla="*/ 5153108 h 7431875"/>
              <ns1:gd name="connsiteX7-703" fmla="*/ 6858000 w 6858003"/>
              <ns1:gd name="connsiteY7-704" fmla="*/ 7431875 h 7431875"/>
              <ns1:gd name="connsiteX8-705" fmla="*/ 0 w 6858003"/>
              <ns1:gd name="connsiteY8-706" fmla="*/ 7431875 h 7431875"/>
              <ns1:gd name="connsiteX9-707" fmla="*/ 0 w 6858003"/>
              <ns1:gd name="connsiteY9-708" fmla="*/ 5153108 h 7431875"/>
              <ns1:gd name="connsiteX10-709" fmla="*/ 0 w 6858003"/>
              <ns1:gd name="connsiteY10-710" fmla="*/ 5070926 h 7431875"/>
              <ns1:gd name="connsiteX11-711" fmla="*/ 0 w 6858003"/>
              <ns1:gd name="connsiteY11-712" fmla="*/ 4926504 h 7431875"/>
              <ns1:gd name="connsiteX12-713" fmla="*/ 0 w 6858003"/>
              <ns1:gd name="connsiteY12-714" fmla="*/ 4268382 h 7431875"/>
              <ns1:gd name="connsiteX13-715" fmla="*/ 0 w 6858003"/>
              <ns1:gd name="connsiteY13-716" fmla="*/ 2792159 h 7431875"/>
              <ns1:gd name="connsiteX14-717" fmla="*/ 0 w 6858003"/>
              <ns1:gd name="connsiteY14-718" fmla="*/ 552701 h 7431875"/>
              <ns1:gd name="connsiteX15-719" fmla="*/ 6858003 w 6858003"/>
              <ns1:gd name="connsiteY15-720" fmla="*/ 0 h 7431875"/>
              <ns1:gd name="connsiteX0-721" fmla="*/ 6858003 w 6858003"/>
              <ns1:gd name="connsiteY0-722" fmla="*/ 0 h 7431875"/>
              <ns1:gd name="connsiteX1-723" fmla="*/ 6858000 w 6858003"/>
              <ns1:gd name="connsiteY1-724" fmla="*/ 2647737 h 7431875"/>
              <ns1:gd name="connsiteX2-725" fmla="*/ 6858000 w 6858003"/>
              <ns1:gd name="connsiteY2-726" fmla="*/ 2792159 h 7431875"/>
              <ns1:gd name="connsiteX3-727" fmla="*/ 6858000 w 6858003"/>
              <ns1:gd name="connsiteY3-728" fmla="*/ 3251225 h 7431875"/>
              <ns1:gd name="connsiteX4-729" fmla="*/ 6858000 w 6858003"/>
              <ns1:gd name="connsiteY4-730" fmla="*/ 4926504 h 7431875"/>
              <ns1:gd name="connsiteX5-731" fmla="*/ 6858000 w 6858003"/>
              <ns1:gd name="connsiteY5-732" fmla="*/ 5070926 h 7431875"/>
              <ns1:gd name="connsiteX6-733" fmla="*/ 6858000 w 6858003"/>
              <ns1:gd name="connsiteY6-734" fmla="*/ 5153108 h 7431875"/>
              <ns1:gd name="connsiteX7-735" fmla="*/ 6858000 w 6858003"/>
              <ns1:gd name="connsiteY7-736" fmla="*/ 7431875 h 7431875"/>
              <ns1:gd name="connsiteX8-737" fmla="*/ 0 w 6858003"/>
              <ns1:gd name="connsiteY8-738" fmla="*/ 7431875 h 7431875"/>
              <ns1:gd name="connsiteX9-739" fmla="*/ 0 w 6858003"/>
              <ns1:gd name="connsiteY9-740" fmla="*/ 5153108 h 7431875"/>
              <ns1:gd name="connsiteX10-741" fmla="*/ 0 w 6858003"/>
              <ns1:gd name="connsiteY10-742" fmla="*/ 5070926 h 7431875"/>
              <ns1:gd name="connsiteX11-743" fmla="*/ 0 w 6858003"/>
              <ns1:gd name="connsiteY11-744" fmla="*/ 4926504 h 7431875"/>
              <ns1:gd name="connsiteX12-745" fmla="*/ 0 w 6858003"/>
              <ns1:gd name="connsiteY12-746" fmla="*/ 4268382 h 7431875"/>
              <ns1:gd name="connsiteX13-747" fmla="*/ 0 w 6858003"/>
              <ns1:gd name="connsiteY13-748" fmla="*/ 552701 h 7431875"/>
              <ns1:gd name="connsiteX14-749" fmla="*/ 6858003 w 6858003"/>
              <ns1:gd name="connsiteY14-750" fmla="*/ 0 h 7431875"/>
              <ns1:gd name="connsiteX0-751" fmla="*/ 6858003 w 6858003"/>
              <ns1:gd name="connsiteY0-752" fmla="*/ 0 h 7431875"/>
              <ns1:gd name="connsiteX1-753" fmla="*/ 6858000 w 6858003"/>
              <ns1:gd name="connsiteY1-754" fmla="*/ 2647737 h 7431875"/>
              <ns1:gd name="connsiteX2-755" fmla="*/ 6858000 w 6858003"/>
              <ns1:gd name="connsiteY2-756" fmla="*/ 2792159 h 7431875"/>
              <ns1:gd name="connsiteX3-757" fmla="*/ 6858000 w 6858003"/>
              <ns1:gd name="connsiteY3-758" fmla="*/ 3251225 h 7431875"/>
              <ns1:gd name="connsiteX4-759" fmla="*/ 6858000 w 6858003"/>
              <ns1:gd name="connsiteY4-760" fmla="*/ 4926504 h 7431875"/>
              <ns1:gd name="connsiteX5-761" fmla="*/ 6858000 w 6858003"/>
              <ns1:gd name="connsiteY5-762" fmla="*/ 5070926 h 7431875"/>
              <ns1:gd name="connsiteX6-763" fmla="*/ 6858000 w 6858003"/>
              <ns1:gd name="connsiteY6-764" fmla="*/ 5153108 h 7431875"/>
              <ns1:gd name="connsiteX7-765" fmla="*/ 6858000 w 6858003"/>
              <ns1:gd name="connsiteY7-766" fmla="*/ 7431875 h 7431875"/>
              <ns1:gd name="connsiteX8-767" fmla="*/ 0 w 6858003"/>
              <ns1:gd name="connsiteY8-768" fmla="*/ 7431875 h 7431875"/>
              <ns1:gd name="connsiteX9-769" fmla="*/ 0 w 6858003"/>
              <ns1:gd name="connsiteY9-770" fmla="*/ 5153108 h 7431875"/>
              <ns1:gd name="connsiteX10-771" fmla="*/ 0 w 6858003"/>
              <ns1:gd name="connsiteY10-772" fmla="*/ 5070926 h 7431875"/>
              <ns1:gd name="connsiteX11-773" fmla="*/ 0 w 6858003"/>
              <ns1:gd name="connsiteY11-774" fmla="*/ 4926504 h 7431875"/>
              <ns1:gd name="connsiteX12-775" fmla="*/ 0 w 6858003"/>
              <ns1:gd name="connsiteY12-776" fmla="*/ 552701 h 7431875"/>
              <ns1:gd name="connsiteX13-777" fmla="*/ 6858003 w 6858003"/>
              <ns1:gd name="connsiteY13-778" fmla="*/ 0 h 7431875"/>
              <ns1:gd name="connsiteX0-779" fmla="*/ 6858003 w 6858003"/>
              <ns1:gd name="connsiteY0-780" fmla="*/ 0 h 7431875"/>
              <ns1:gd name="connsiteX1-781" fmla="*/ 6858000 w 6858003"/>
              <ns1:gd name="connsiteY1-782" fmla="*/ 2647737 h 7431875"/>
              <ns1:gd name="connsiteX2-783" fmla="*/ 6858000 w 6858003"/>
              <ns1:gd name="connsiteY2-784" fmla="*/ 2792159 h 7431875"/>
              <ns1:gd name="connsiteX3-785" fmla="*/ 6858000 w 6858003"/>
              <ns1:gd name="connsiteY3-786" fmla="*/ 3251225 h 7431875"/>
              <ns1:gd name="connsiteX4-787" fmla="*/ 6858000 w 6858003"/>
              <ns1:gd name="connsiteY4-788" fmla="*/ 4926504 h 7431875"/>
              <ns1:gd name="connsiteX5-789" fmla="*/ 6858000 w 6858003"/>
              <ns1:gd name="connsiteY5-790" fmla="*/ 5070926 h 7431875"/>
              <ns1:gd name="connsiteX6-791" fmla="*/ 6858000 w 6858003"/>
              <ns1:gd name="connsiteY6-792" fmla="*/ 5153108 h 7431875"/>
              <ns1:gd name="connsiteX7-793" fmla="*/ 6858000 w 6858003"/>
              <ns1:gd name="connsiteY7-794" fmla="*/ 7431875 h 7431875"/>
              <ns1:gd name="connsiteX8-795" fmla="*/ 0 w 6858003"/>
              <ns1:gd name="connsiteY8-796" fmla="*/ 7431875 h 7431875"/>
              <ns1:gd name="connsiteX9-797" fmla="*/ 0 w 6858003"/>
              <ns1:gd name="connsiteY9-798" fmla="*/ 5153108 h 7431875"/>
              <ns1:gd name="connsiteX10-799" fmla="*/ 0 w 6858003"/>
              <ns1:gd name="connsiteY10-800" fmla="*/ 5070926 h 7431875"/>
              <ns1:gd name="connsiteX11-801" fmla="*/ 0 w 6858003"/>
              <ns1:gd name="connsiteY11-802" fmla="*/ 552701 h 7431875"/>
              <ns1:gd name="connsiteX12-803" fmla="*/ 6858003 w 6858003"/>
              <ns1:gd name="connsiteY12-804" fmla="*/ 0 h 7431875"/>
              <ns1:gd name="connsiteX0-805" fmla="*/ 6858003 w 6858003"/>
              <ns1:gd name="connsiteY0-806" fmla="*/ 0 h 7431875"/>
              <ns1:gd name="connsiteX1-807" fmla="*/ 6858000 w 6858003"/>
              <ns1:gd name="connsiteY1-808" fmla="*/ 2647737 h 7431875"/>
              <ns1:gd name="connsiteX2-809" fmla="*/ 6858000 w 6858003"/>
              <ns1:gd name="connsiteY2-810" fmla="*/ 2792159 h 7431875"/>
              <ns1:gd name="connsiteX3-811" fmla="*/ 6858000 w 6858003"/>
              <ns1:gd name="connsiteY3-812" fmla="*/ 3251225 h 7431875"/>
              <ns1:gd name="connsiteX4-813" fmla="*/ 6858000 w 6858003"/>
              <ns1:gd name="connsiteY4-814" fmla="*/ 4926504 h 7431875"/>
              <ns1:gd name="connsiteX5-815" fmla="*/ 6858000 w 6858003"/>
              <ns1:gd name="connsiteY5-816" fmla="*/ 5070926 h 7431875"/>
              <ns1:gd name="connsiteX6-817" fmla="*/ 6858000 w 6858003"/>
              <ns1:gd name="connsiteY6-818" fmla="*/ 5153108 h 7431875"/>
              <ns1:gd name="connsiteX7-819" fmla="*/ 6858000 w 6858003"/>
              <ns1:gd name="connsiteY7-820" fmla="*/ 7431875 h 7431875"/>
              <ns1:gd name="connsiteX8-821" fmla="*/ 0 w 6858003"/>
              <ns1:gd name="connsiteY8-822" fmla="*/ 7431875 h 7431875"/>
              <ns1:gd name="connsiteX9-823" fmla="*/ 0 w 6858003"/>
              <ns1:gd name="connsiteY9-824" fmla="*/ 5153108 h 7431875"/>
              <ns1:gd name="connsiteX10-825" fmla="*/ 0 w 6858003"/>
              <ns1:gd name="connsiteY10-826" fmla="*/ 552701 h 7431875"/>
              <ns1:gd name="connsiteX11-827" fmla="*/ 6858003 w 6858003"/>
              <ns1:gd name="connsiteY11-828" fmla="*/ 0 h 7431875"/>
              <ns1:gd name="connsiteX0-829" fmla="*/ 6858003 w 6858003"/>
              <ns1:gd name="connsiteY0-830" fmla="*/ 0 h 7431875"/>
              <ns1:gd name="connsiteX1-831" fmla="*/ 6858000 w 6858003"/>
              <ns1:gd name="connsiteY1-832" fmla="*/ 2647737 h 7431875"/>
              <ns1:gd name="connsiteX2-833" fmla="*/ 6858000 w 6858003"/>
              <ns1:gd name="connsiteY2-834" fmla="*/ 2792159 h 7431875"/>
              <ns1:gd name="connsiteX3-835" fmla="*/ 6858000 w 6858003"/>
              <ns1:gd name="connsiteY3-836" fmla="*/ 3251225 h 7431875"/>
              <ns1:gd name="connsiteX4-837" fmla="*/ 6858000 w 6858003"/>
              <ns1:gd name="connsiteY4-838" fmla="*/ 4926504 h 7431875"/>
              <ns1:gd name="connsiteX5-839" fmla="*/ 6858000 w 6858003"/>
              <ns1:gd name="connsiteY5-840" fmla="*/ 5070926 h 7431875"/>
              <ns1:gd name="connsiteX6-841" fmla="*/ 6858000 w 6858003"/>
              <ns1:gd name="connsiteY6-842" fmla="*/ 5153108 h 7431875"/>
              <ns1:gd name="connsiteX7-843" fmla="*/ 6858000 w 6858003"/>
              <ns1:gd name="connsiteY7-844" fmla="*/ 7431875 h 7431875"/>
              <ns1:gd name="connsiteX8-845" fmla="*/ 0 w 6858003"/>
              <ns1:gd name="connsiteY8-846" fmla="*/ 7431875 h 7431875"/>
              <ns1:gd name="connsiteX9-847" fmla="*/ 0 w 6858003"/>
              <ns1:gd name="connsiteY9-848" fmla="*/ 552701 h 7431875"/>
              <ns1:gd name="connsiteX10-849" fmla="*/ 6858003 w 6858003"/>
              <ns1:gd name="connsiteY10-850" fmla="*/ 0 h 7431875"/>
              <ns1:gd name="connsiteX0-851" fmla="*/ 6858003 w 6858003"/>
              <ns1:gd name="connsiteY0-852" fmla="*/ 0 h 7431875"/>
              <ns1:gd name="connsiteX1-853" fmla="*/ 6858000 w 6858003"/>
              <ns1:gd name="connsiteY1-854" fmla="*/ 2647737 h 7431875"/>
              <ns1:gd name="connsiteX2-855" fmla="*/ 6858000 w 6858003"/>
              <ns1:gd name="connsiteY2-856" fmla="*/ 2792159 h 7431875"/>
              <ns1:gd name="connsiteX3-857" fmla="*/ 6858000 w 6858003"/>
              <ns1:gd name="connsiteY3-858" fmla="*/ 3251225 h 7431875"/>
              <ns1:gd name="connsiteX4-859" fmla="*/ 6858000 w 6858003"/>
              <ns1:gd name="connsiteY4-860" fmla="*/ 4926504 h 7431875"/>
              <ns1:gd name="connsiteX5-861" fmla="*/ 6858000 w 6858003"/>
              <ns1:gd name="connsiteY5-862" fmla="*/ 5070926 h 7431875"/>
              <ns1:gd name="connsiteX6-863" fmla="*/ 6858000 w 6858003"/>
              <ns1:gd name="connsiteY6-864" fmla="*/ 7431875 h 7431875"/>
              <ns1:gd name="connsiteX7-865" fmla="*/ 0 w 6858003"/>
              <ns1:gd name="connsiteY7-866" fmla="*/ 7431875 h 7431875"/>
              <ns1:gd name="connsiteX8-867" fmla="*/ 0 w 6858003"/>
              <ns1:gd name="connsiteY8-868" fmla="*/ 552701 h 7431875"/>
              <ns1:gd name="connsiteX9-869" fmla="*/ 6858003 w 6858003"/>
              <ns1:gd name="connsiteY9-870" fmla="*/ 0 h 7431875"/>
              <ns1:gd name="connsiteX0-871" fmla="*/ 6858003 w 6858003"/>
              <ns1:gd name="connsiteY0-872" fmla="*/ 0 h 7431875"/>
              <ns1:gd name="connsiteX1-873" fmla="*/ 6858000 w 6858003"/>
              <ns1:gd name="connsiteY1-874" fmla="*/ 2647737 h 7431875"/>
              <ns1:gd name="connsiteX2-875" fmla="*/ 6858000 w 6858003"/>
              <ns1:gd name="connsiteY2-876" fmla="*/ 2792159 h 7431875"/>
              <ns1:gd name="connsiteX3-877" fmla="*/ 6858000 w 6858003"/>
              <ns1:gd name="connsiteY3-878" fmla="*/ 3251225 h 7431875"/>
              <ns1:gd name="connsiteX4-879" fmla="*/ 6858000 w 6858003"/>
              <ns1:gd name="connsiteY4-880" fmla="*/ 4926504 h 7431875"/>
              <ns1:gd name="connsiteX5-881" fmla="*/ 6858000 w 6858003"/>
              <ns1:gd name="connsiteY5-882" fmla="*/ 7431875 h 7431875"/>
              <ns1:gd name="connsiteX6-883" fmla="*/ 0 w 6858003"/>
              <ns1:gd name="connsiteY6-884" fmla="*/ 7431875 h 7431875"/>
              <ns1:gd name="connsiteX7-885" fmla="*/ 0 w 6858003"/>
              <ns1:gd name="connsiteY7-886" fmla="*/ 552701 h 7431875"/>
              <ns1:gd name="connsiteX8-887" fmla="*/ 6858003 w 6858003"/>
              <ns1:gd name="connsiteY8-888" fmla="*/ 0 h 7431875"/>
              <ns1:gd name="connsiteX0-889" fmla="*/ 6858003 w 6858003"/>
              <ns1:gd name="connsiteY0-890" fmla="*/ 0 h 7431875"/>
              <ns1:gd name="connsiteX1-891" fmla="*/ 6858000 w 6858003"/>
              <ns1:gd name="connsiteY1-892" fmla="*/ 2647737 h 7431875"/>
              <ns1:gd name="connsiteX2-893" fmla="*/ 6858000 w 6858003"/>
              <ns1:gd name="connsiteY2-894" fmla="*/ 2792159 h 7431875"/>
              <ns1:gd name="connsiteX3-895" fmla="*/ 6858000 w 6858003"/>
              <ns1:gd name="connsiteY3-896" fmla="*/ 3251225 h 7431875"/>
              <ns1:gd name="connsiteX4-897" fmla="*/ 6858000 w 6858003"/>
              <ns1:gd name="connsiteY4-898" fmla="*/ 7431875 h 7431875"/>
              <ns1:gd name="connsiteX5-899" fmla="*/ 0 w 6858003"/>
              <ns1:gd name="connsiteY5-900" fmla="*/ 7431875 h 7431875"/>
              <ns1:gd name="connsiteX6-901" fmla="*/ 0 w 6858003"/>
              <ns1:gd name="connsiteY6-902" fmla="*/ 552701 h 7431875"/>
              <ns1:gd name="connsiteX7-903" fmla="*/ 6858003 w 6858003"/>
              <ns1:gd name="connsiteY7-904" fmla="*/ 0 h 7431875"/>
              <ns1:gd name="connsiteX0-905" fmla="*/ 6858003 w 6858003"/>
              <ns1:gd name="connsiteY0-906" fmla="*/ 0 h 7431875"/>
              <ns1:gd name="connsiteX1-907" fmla="*/ 6858000 w 6858003"/>
              <ns1:gd name="connsiteY1-908" fmla="*/ 2647737 h 7431875"/>
              <ns1:gd name="connsiteX2-909" fmla="*/ 6858000 w 6858003"/>
              <ns1:gd name="connsiteY2-910" fmla="*/ 2792159 h 7431875"/>
              <ns1:gd name="connsiteX3-911" fmla="*/ 6858000 w 6858003"/>
              <ns1:gd name="connsiteY3-912" fmla="*/ 7431875 h 7431875"/>
              <ns1:gd name="connsiteX4-913" fmla="*/ 0 w 6858003"/>
              <ns1:gd name="connsiteY4-914" fmla="*/ 7431875 h 7431875"/>
              <ns1:gd name="connsiteX5-915" fmla="*/ 0 w 6858003"/>
              <ns1:gd name="connsiteY5-916" fmla="*/ 552701 h 7431875"/>
              <ns1:gd name="connsiteX6-917" fmla="*/ 6858003 w 6858003"/>
              <ns1:gd name="connsiteY6-918" fmla="*/ 0 h 7431875"/>
              <ns1:gd name="connsiteX0-919" fmla="*/ 6858003 w 6858003"/>
              <ns1:gd name="connsiteY0-920" fmla="*/ 0 h 7431875"/>
              <ns1:gd name="connsiteX1-921" fmla="*/ 6858000 w 6858003"/>
              <ns1:gd name="connsiteY1-922" fmla="*/ 2647737 h 7431875"/>
              <ns1:gd name="connsiteX2-923" fmla="*/ 6858000 w 6858003"/>
              <ns1:gd name="connsiteY2-924" fmla="*/ 7431875 h 7431875"/>
              <ns1:gd name="connsiteX3-925" fmla="*/ 0 w 6858003"/>
              <ns1:gd name="connsiteY3-926" fmla="*/ 7431875 h 7431875"/>
              <ns1:gd name="connsiteX4-927" fmla="*/ 0 w 6858003"/>
              <ns1:gd name="connsiteY4-928" fmla="*/ 552701 h 7431875"/>
              <ns1:gd name="connsiteX5-929" fmla="*/ 6858003 w 6858003"/>
              <ns1:gd name="connsiteY5-930" fmla="*/ 0 h 7431875"/>
              <ns1:gd name="connsiteX0-931" fmla="*/ 6872517 w 6872517"/>
              <ns1:gd name="connsiteY0-932" fmla="*/ 42385 h 6879174"/>
              <ns1:gd name="connsiteX1-933" fmla="*/ 6858000 w 6872517"/>
              <ns1:gd name="connsiteY1-934" fmla="*/ 2095036 h 6879174"/>
              <ns1:gd name="connsiteX2-935" fmla="*/ 6858000 w 6872517"/>
              <ns1:gd name="connsiteY2-936" fmla="*/ 6879174 h 6879174"/>
              <ns1:gd name="connsiteX3-937" fmla="*/ 0 w 6872517"/>
              <ns1:gd name="connsiteY3-938" fmla="*/ 6879174 h 6879174"/>
              <ns1:gd name="connsiteX4-939" fmla="*/ 0 w 6872517"/>
              <ns1:gd name="connsiteY4-940" fmla="*/ 0 h 6879174"/>
              <ns1:gd name="connsiteX5-941" fmla="*/ 6872517 w 6872517"/>
              <ns1:gd name="connsiteY5-942" fmla="*/ 42385 h 6879174"/>
              <ns1:gd name="connsiteX0-943" fmla="*/ 6872520 w 6872520"/>
              <ns1:gd name="connsiteY0-944" fmla="*/ 0 h 6880332"/>
              <ns1:gd name="connsiteX1-945" fmla="*/ 6858000 w 6872520"/>
              <ns1:gd name="connsiteY1-946" fmla="*/ 2096194 h 6880332"/>
              <ns1:gd name="connsiteX2-947" fmla="*/ 6858000 w 6872520"/>
              <ns1:gd name="connsiteY2-948" fmla="*/ 6880332 h 6880332"/>
              <ns1:gd name="connsiteX3-949" fmla="*/ 0 w 6872520"/>
              <ns1:gd name="connsiteY3-950" fmla="*/ 6880332 h 6880332"/>
              <ns1:gd name="connsiteX4-951" fmla="*/ 0 w 6872520"/>
              <ns1:gd name="connsiteY4-952" fmla="*/ 1158 h 6880332"/>
              <ns1:gd name="connsiteX5-953" fmla="*/ 6872520 w 6872520"/>
              <ns1:gd name="connsiteY5-954" fmla="*/ 0 h 6880332"/>
              <ns1:gd name="connsiteX0-955" fmla="*/ 6872520 w 6872520"/>
              <ns1:gd name="connsiteY0-956" fmla="*/ 0 h 6880332"/>
              <ns1:gd name="connsiteX1-957" fmla="*/ 6858000 w 6872520"/>
              <ns1:gd name="connsiteY1-958" fmla="*/ 2096194 h 6880332"/>
              <ns1:gd name="connsiteX2-959" fmla="*/ 6858000 w 6872520"/>
              <ns1:gd name="connsiteY2-960" fmla="*/ 6880332 h 6880332"/>
              <ns1:gd name="connsiteX3-961" fmla="*/ 0 w 6872520"/>
              <ns1:gd name="connsiteY3-962" fmla="*/ 6880332 h 6880332"/>
              <ns1:gd name="connsiteX4-963" fmla="*/ 0 w 6872520"/>
              <ns1:gd name="connsiteY4-964" fmla="*/ 1158 h 6880332"/>
              <ns1:gd name="connsiteX5-965" fmla="*/ 6872520 w 6872520"/>
              <ns1:gd name="connsiteY5-966" fmla="*/ 0 h 6880332"/>
              <ns1:gd name="connsiteX0-967" fmla="*/ 6843491 w 6858000"/>
              <ns1:gd name="connsiteY0-968" fmla="*/ 202042 h 6879174"/>
              <ns1:gd name="connsiteX1-969" fmla="*/ 6858000 w 6858000"/>
              <ns1:gd name="connsiteY1-970" fmla="*/ 2095036 h 6879174"/>
              <ns1:gd name="connsiteX2-971" fmla="*/ 6858000 w 6858000"/>
              <ns1:gd name="connsiteY2-972" fmla="*/ 6879174 h 6879174"/>
              <ns1:gd name="connsiteX3-973" fmla="*/ 0 w 6858000"/>
              <ns1:gd name="connsiteY3-974" fmla="*/ 6879174 h 6879174"/>
              <ns1:gd name="connsiteX4-975" fmla="*/ 0 w 6858000"/>
              <ns1:gd name="connsiteY4-976" fmla="*/ 0 h 6879174"/>
              <ns1:gd name="connsiteX5-977" fmla="*/ 6843491 w 6858000"/>
              <ns1:gd name="connsiteY5-978" fmla="*/ 202042 h 6879174"/>
              <ns1:gd name="connsiteX0-979" fmla="*/ 6843491 w 6858000"/>
              <ns1:gd name="connsiteY0-980" fmla="*/ 202042 h 6879174"/>
              <ns1:gd name="connsiteX1-981" fmla="*/ 6858000 w 6858000"/>
              <ns1:gd name="connsiteY1-982" fmla="*/ 2095036 h 6879174"/>
              <ns1:gd name="connsiteX2-983" fmla="*/ 6858000 w 6858000"/>
              <ns1:gd name="connsiteY2-984" fmla="*/ 6879174 h 6879174"/>
              <ns1:gd name="connsiteX3-985" fmla="*/ 0 w 6858000"/>
              <ns1:gd name="connsiteY3-986" fmla="*/ 6879174 h 6879174"/>
              <ns1:gd name="connsiteX4-987" fmla="*/ 0 w 6858000"/>
              <ns1:gd name="connsiteY4-988" fmla="*/ 0 h 6879174"/>
              <ns1:gd name="connsiteX5-989" fmla="*/ 6843491 w 6858000"/>
              <ns1:gd name="connsiteY5-990" fmla="*/ 202042 h 6879174"/>
              <ns1:gd name="connsiteX0-991" fmla="*/ 6843491 w 6858000"/>
              <ns1:gd name="connsiteY0-992" fmla="*/ 202042 h 6879174"/>
              <ns1:gd name="connsiteX1-993" fmla="*/ 6858000 w 6858000"/>
              <ns1:gd name="connsiteY1-994" fmla="*/ 2095036 h 6879174"/>
              <ns1:gd name="connsiteX2-995" fmla="*/ 6858000 w 6858000"/>
              <ns1:gd name="connsiteY2-996" fmla="*/ 6879174 h 6879174"/>
              <ns1:gd name="connsiteX3-997" fmla="*/ 0 w 6858000"/>
              <ns1:gd name="connsiteY3-998" fmla="*/ 6879174 h 6879174"/>
              <ns1:gd name="connsiteX4-999" fmla="*/ 0 w 6858000"/>
              <ns1:gd name="connsiteY4-1000" fmla="*/ 0 h 6879174"/>
              <ns1:gd name="connsiteX5-1001" fmla="*/ 6843491 w 6858000"/>
              <ns1:gd name="connsiteY5-1002" fmla="*/ 202042 h 6879174"/>
              <ns1:gd name="connsiteX0-1003" fmla="*/ 6856191 w 6858000"/>
              <ns1:gd name="connsiteY0-1004" fmla="*/ 214742 h 6879174"/>
              <ns1:gd name="connsiteX1-1005" fmla="*/ 6858000 w 6858000"/>
              <ns1:gd name="connsiteY1-1006" fmla="*/ 2095036 h 6879174"/>
              <ns1:gd name="connsiteX2-1007" fmla="*/ 6858000 w 6858000"/>
              <ns1:gd name="connsiteY2-1008" fmla="*/ 6879174 h 6879174"/>
              <ns1:gd name="connsiteX3-1009" fmla="*/ 0 w 6858000"/>
              <ns1:gd name="connsiteY3-1010" fmla="*/ 6879174 h 6879174"/>
              <ns1:gd name="connsiteX4-1011" fmla="*/ 0 w 6858000"/>
              <ns1:gd name="connsiteY4-1012" fmla="*/ 0 h 6879174"/>
              <ns1:gd name="connsiteX5-1013" fmla="*/ 6856191 w 6858000"/>
              <ns1:gd name="connsiteY5-1014" fmla="*/ 214742 h 6879174"/>
              <ns1:gd name="connsiteX0-1015" fmla="*/ 6856191 w 6858000"/>
              <ns1:gd name="connsiteY0-1016" fmla="*/ 209979 h 6879174"/>
              <ns1:gd name="connsiteX1-1017" fmla="*/ 6858000 w 6858000"/>
              <ns1:gd name="connsiteY1-1018" fmla="*/ 2095036 h 6879174"/>
              <ns1:gd name="connsiteX2-1019" fmla="*/ 6858000 w 6858000"/>
              <ns1:gd name="connsiteY2-1020" fmla="*/ 6879174 h 6879174"/>
              <ns1:gd name="connsiteX3-1021" fmla="*/ 0 w 6858000"/>
              <ns1:gd name="connsiteY3-1022" fmla="*/ 6879174 h 6879174"/>
              <ns1:gd name="connsiteX4-1023" fmla="*/ 0 w 6858000"/>
              <ns1:gd name="connsiteY4-1024" fmla="*/ 0 h 6879174"/>
              <ns1:gd name="connsiteX5-1025" fmla="*/ 6856191 w 6858000"/>
              <ns1:gd name="connsiteY5-1026" fmla="*/ 209979 h 6879174"/>
              <ns1:gd name="connsiteX0-1027" fmla="*/ 6868891 w 6868891"/>
              <ns1:gd name="connsiteY0-1028" fmla="*/ 197279 h 6879174"/>
              <ns1:gd name="connsiteX1-1029" fmla="*/ 6858000 w 6868891"/>
              <ns1:gd name="connsiteY1-1030" fmla="*/ 2095036 h 6879174"/>
              <ns1:gd name="connsiteX2-1031" fmla="*/ 6858000 w 6868891"/>
              <ns1:gd name="connsiteY2-1032" fmla="*/ 6879174 h 6879174"/>
              <ns1:gd name="connsiteX3-1033" fmla="*/ 0 w 6868891"/>
              <ns1:gd name="connsiteY3-1034" fmla="*/ 6879174 h 6879174"/>
              <ns1:gd name="connsiteX4-1035" fmla="*/ 0 w 6868891"/>
              <ns1:gd name="connsiteY4-1036" fmla="*/ 0 h 6879174"/>
              <ns1:gd name="connsiteX5-1037" fmla="*/ 6868891 w 6868891"/>
              <ns1:gd name="connsiteY5-1038" fmla="*/ 197279 h 6879174"/>
              <ns1:gd name="connsiteX0-1039" fmla="*/ 6868891 w 7721392"/>
              <ns1:gd name="connsiteY0-1040" fmla="*/ 197279 h 6879174"/>
              <ns1:gd name="connsiteX1-1041" fmla="*/ 6858000 w 7721392"/>
              <ns1:gd name="connsiteY1-1042" fmla="*/ 6879174 h 6879174"/>
              <ns1:gd name="connsiteX2-1043" fmla="*/ 0 w 7721392"/>
              <ns1:gd name="connsiteY2-1044" fmla="*/ 6879174 h 6879174"/>
              <ns1:gd name="connsiteX3-1045" fmla="*/ 0 w 7721392"/>
              <ns1:gd name="connsiteY3-1046" fmla="*/ 0 h 6879174"/>
              <ns1:gd name="connsiteX4-1047" fmla="*/ 6868891 w 7721392"/>
              <ns1:gd name="connsiteY4-1048" fmla="*/ 197279 h 6879174"/>
              <ns1:gd name="connsiteX0-1049" fmla="*/ 6868891 w 7373946"/>
              <ns1:gd name="connsiteY0-1050" fmla="*/ 197279 h 6879174"/>
              <ns1:gd name="connsiteX1-1051" fmla="*/ 6858000 w 7373946"/>
              <ns1:gd name="connsiteY1-1052" fmla="*/ 6879174 h 6879174"/>
              <ns1:gd name="connsiteX2-1053" fmla="*/ 0 w 7373946"/>
              <ns1:gd name="connsiteY2-1054" fmla="*/ 6879174 h 6879174"/>
              <ns1:gd name="connsiteX3-1055" fmla="*/ 0 w 7373946"/>
              <ns1:gd name="connsiteY3-1056" fmla="*/ 0 h 6879174"/>
              <ns1:gd name="connsiteX4-1057" fmla="*/ 6868891 w 7373946"/>
              <ns1:gd name="connsiteY4-1058" fmla="*/ 197279 h 6879174"/>
              <ns1:gd name="connsiteX0-1059" fmla="*/ 6868891 w 8182025"/>
              <ns1:gd name="connsiteY0-1060" fmla="*/ 197279 h 6879174"/>
              <ns1:gd name="connsiteX1-1061" fmla="*/ 6858000 w 8182025"/>
              <ns1:gd name="connsiteY1-1062" fmla="*/ 6879174 h 6879174"/>
              <ns1:gd name="connsiteX2-1063" fmla="*/ 0 w 8182025"/>
              <ns1:gd name="connsiteY2-1064" fmla="*/ 6879174 h 6879174"/>
              <ns1:gd name="connsiteX3-1065" fmla="*/ 0 w 8182025"/>
              <ns1:gd name="connsiteY3-1066" fmla="*/ 0 h 6879174"/>
              <ns1:gd name="connsiteX4-1067" fmla="*/ 6868891 w 8182025"/>
              <ns1:gd name="connsiteY4-1068" fmla="*/ 197279 h 6879174"/>
              <ns1:gd name="connsiteX0-1069" fmla="*/ 6868891 w 8182025"/>
              <ns1:gd name="connsiteY0-1070" fmla="*/ 197279 h 6879174"/>
              <ns1:gd name="connsiteX1-1071" fmla="*/ 6858000 w 8182025"/>
              <ns1:gd name="connsiteY1-1072" fmla="*/ 6879174 h 6879174"/>
              <ns1:gd name="connsiteX2-1073" fmla="*/ 0 w 8182025"/>
              <ns1:gd name="connsiteY2-1074" fmla="*/ 6879174 h 6879174"/>
              <ns1:gd name="connsiteX3-1075" fmla="*/ 0 w 8182025"/>
              <ns1:gd name="connsiteY3-1076" fmla="*/ 0 h 6879174"/>
              <ns1:gd name="connsiteX4-1077" fmla="*/ 6868891 w 8182025"/>
              <ns1:gd name="connsiteY4-1078" fmla="*/ 197279 h 6879174"/>
              <ns1:gd name="connsiteX0-1079" fmla="*/ 6868891 w 8182025"/>
              <ns1:gd name="connsiteY0-1080" fmla="*/ 197279 h 6879174"/>
              <ns1:gd name="connsiteX1-1081" fmla="*/ 6858000 w 8182025"/>
              <ns1:gd name="connsiteY1-1082" fmla="*/ 6879174 h 6879174"/>
              <ns1:gd name="connsiteX2-1083" fmla="*/ 0 w 8182025"/>
              <ns1:gd name="connsiteY2-1084" fmla="*/ 6879174 h 6879174"/>
              <ns1:gd name="connsiteX3-1085" fmla="*/ 0 w 8182025"/>
              <ns1:gd name="connsiteY3-1086" fmla="*/ 0 h 6879174"/>
              <ns1:gd name="connsiteX4-1087" fmla="*/ 6868891 w 8182025"/>
              <ns1:gd name="connsiteY4-1088" fmla="*/ 197279 h 6879174"/>
              <ns1:gd name="connsiteX0-1089" fmla="*/ 6868891 w 8182025"/>
              <ns1:gd name="connsiteY0-1090" fmla="*/ 197279 h 6879174"/>
              <ns1:gd name="connsiteX1-1091" fmla="*/ 6858000 w 8182025"/>
              <ns1:gd name="connsiteY1-1092" fmla="*/ 6879174 h 6879174"/>
              <ns1:gd name="connsiteX2-1093" fmla="*/ 0 w 8182025"/>
              <ns1:gd name="connsiteY2-1094" fmla="*/ 6879174 h 6879174"/>
              <ns1:gd name="connsiteX3-1095" fmla="*/ 0 w 8182025"/>
              <ns1:gd name="connsiteY3-1096" fmla="*/ 0 h 6879174"/>
              <ns1:gd name="connsiteX4-1097" fmla="*/ 6868891 w 8182025"/>
              <ns1:gd name="connsiteY4-1098" fmla="*/ 197279 h 6879174"/>
              <ns1:gd name="connsiteX0-1099" fmla="*/ 6868891 w 7374082"/>
              <ns1:gd name="connsiteY0-1100" fmla="*/ 197279 h 7217839"/>
              <ns1:gd name="connsiteX1-1101" fmla="*/ 6858000 w 7374082"/>
              <ns1:gd name="connsiteY1-1102" fmla="*/ 6879174 h 7217839"/>
              <ns1:gd name="connsiteX2-1103" fmla="*/ 0 w 7374082"/>
              <ns1:gd name="connsiteY2-1104" fmla="*/ 6879174 h 7217839"/>
              <ns1:gd name="connsiteX3-1105" fmla="*/ 0 w 7374082"/>
              <ns1:gd name="connsiteY3-1106" fmla="*/ 0 h 7217839"/>
              <ns1:gd name="connsiteX4-1107" fmla="*/ 6868891 w 7374082"/>
              <ns1:gd name="connsiteY4-1108" fmla="*/ 197279 h 7217839"/>
              <ns1:gd name="connsiteX0-1109" fmla="*/ 6868891 w 7513044"/>
              <ns1:gd name="connsiteY0-1110" fmla="*/ 197279 h 6879174"/>
              <ns1:gd name="connsiteX1-1111" fmla="*/ 6858000 w 7513044"/>
              <ns1:gd name="connsiteY1-1112" fmla="*/ 6879174 h 6879174"/>
              <ns1:gd name="connsiteX2-1113" fmla="*/ 0 w 7513044"/>
              <ns1:gd name="connsiteY2-1114" fmla="*/ 6879174 h 6879174"/>
              <ns1:gd name="connsiteX3-1115" fmla="*/ 0 w 7513044"/>
              <ns1:gd name="connsiteY3-1116" fmla="*/ 0 h 6879174"/>
              <ns1:gd name="connsiteX4-1117" fmla="*/ 6868891 w 7513044"/>
              <ns1:gd name="connsiteY4-1118" fmla="*/ 197279 h 6879174"/>
              <ns1:gd name="connsiteX0-1119" fmla="*/ 6868891 w 7374082"/>
              <ns1:gd name="connsiteY0-1120" fmla="*/ 197279 h 6879174"/>
              <ns1:gd name="connsiteX1-1121" fmla="*/ 6858000 w 7374082"/>
              <ns1:gd name="connsiteY1-1122" fmla="*/ 6879174 h 6879174"/>
              <ns1:gd name="connsiteX2-1123" fmla="*/ 0 w 7374082"/>
              <ns1:gd name="connsiteY2-1124" fmla="*/ 6879174 h 6879174"/>
              <ns1:gd name="connsiteX3-1125" fmla="*/ 0 w 7374082"/>
              <ns1:gd name="connsiteY3-1126" fmla="*/ 0 h 6879174"/>
              <ns1:gd name="connsiteX4-1127" fmla="*/ 6868891 w 7374082"/>
              <ns1:gd name="connsiteY4-1128" fmla="*/ 197279 h 6879174"/>
              <ns1:gd name="connsiteX0-1129" fmla="*/ 6868891 w 6868891"/>
              <ns1:gd name="connsiteY0-1130" fmla="*/ 197279 h 6879174"/>
              <ns1:gd name="connsiteX1-1131" fmla="*/ 6858000 w 6868891"/>
              <ns1:gd name="connsiteY1-1132" fmla="*/ 6879174 h 6879174"/>
              <ns1:gd name="connsiteX2-1133" fmla="*/ 0 w 6868891"/>
              <ns1:gd name="connsiteY2-1134" fmla="*/ 6879174 h 6879174"/>
              <ns1:gd name="connsiteX3-1135" fmla="*/ 0 w 6868891"/>
              <ns1:gd name="connsiteY3-1136" fmla="*/ 0 h 6879174"/>
              <ns1:gd name="connsiteX4-1137" fmla="*/ 6868891 w 6868891"/>
              <ns1:gd name="connsiteY4-1138" fmla="*/ 197279 h 687917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6868891" h="6879174">
                <ns1:moveTo>
                  <ns1:pt x="6868891" y="197279"/>
                </ns1:moveTo>
                <ns1:cubicBezTo>
                  <ns1:pt x="6865263" y="1808265"/>
                  <ns1:pt x="6858000" y="6879174"/>
                  <ns1:pt x="6858000" y="6879174"/>
                </ns1:cubicBezTo>
                <ns1:lnTo>
                  <ns1:pt x="0" y="6879174"/>
                </ns1:lnTo>
                <ns1:lnTo>
                  <ns1:pt x="0" y="0"/>
                </ns1:lnTo>
                <ns1:cubicBezTo>
                  <ns1:pt x="2329546" y="1257529"/>
                  <ns1:pt x="4524837" y="1741029"/>
                  <ns1:pt x="6868891" y="197279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7" name="矩形 26"/>
          <ns0:cNvSpPr/>
          <ns0:nvPr/>
        </ns0:nvSpPr>
        <ns0:spPr>
          <ns1:xfrm>
            <ns1:off x="4540271" y="2246438"/>
            <ns1:ext cx="237601" cy="237601"/>
          </ns1:xfrm>
          <ns1:prstGeom prst="rect">
            <ns1:avLst/>
          </ns1:prstGeom>
          <ns1:solidFill>
            <ns1:schemeClr val="accent1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1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8" name="矩形 27"/>
          <ns0:cNvSpPr/>
          <ns0:nvPr/>
        </ns0:nvSpPr>
        <ns0:spPr>
          <ns1:xfrm>
            <ns1:off x="4887372" y="2209026"/>
            <ns1:ext cx="361132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系统概述</ns1:t>
            </ns1:r>
            <ns1:endParaRPr lang="zh-CN" altLang="en-US" sz="1500" b="1" dirty="0">
              <ns1:solidFill>
                <ns1:schemeClr val="accent1"/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9" name="矩形 28"/>
          <ns0:cNvSpPr/>
          <ns0:nvPr/>
        </ns0:nvSpPr>
        <ns0:spPr>
          <ns1:xfrm>
            <ns1:off x="4540271" y="2627717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2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0" name="矩形 29"/>
          <ns0:cNvSpPr/>
          <ns0:nvPr/>
        </ns0:nvSpPr>
        <ns0:spPr>
          <ns1:xfrm>
            <ns1:off x="4887372" y="259709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1" name="文本框 30"/>
          <ns0:cNvSpPr txBox="1"/>
          <ns0:nvPr/>
        </ns0:nvSpPr>
        <ns0:spPr>
          <ns1:xfrm>
            <ns1:off x="4444553" y="1142128"/>
            <ns1:ext cx="2885886" cy="923330"/>
          </ns1:xfrm>
          <ns1:prstGeom prst="rect">
            <ns1:avLst/>
          </ns1:prstGeom>
          <ns1:solidFill>
            <ns1:schemeClr val="bg1">
              <ns1:alpha val="0"/>
            </ns1:schemeClr>
          </ns1:solidFill>
        </ns0:spPr>
        <ns0:txBody>
          <ns1:bodyPr wrap="square">
            <ns1:spAutoFit/>
          </ns1:bodyPr>
          <ns1:lstStyle>
            <ns1:lvl1pPr eaLnBrk="0" hangingPunct="0">
              <ns1:defRPr sz="280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j-cs"/>
              </ns1:defRPr>
            </ns1:lvl1pPr>
            <ns1:lvl2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2pPr>
            <ns1:lvl3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3pPr>
            <ns1:lvl4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4pPr>
            <ns1:lvl5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5pPr>
            <ns1:lvl6pPr marL="4572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6pPr>
            <ns1:lvl7pPr marL="9144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7pPr>
            <ns1:lvl8pPr marL="13716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8pPr>
            <ns1:lvl9pPr marL="18288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9pPr>
          </ns1:lstStyle>
          <ns1:p>
            <ns1:r>
              <ns1:rPr lang="zh-CN" altLang="en-US" sz="2700" dirty="0">
                <ns1:sym typeface="微软雅黑" panose="020B0503020204020204" pitchFamily="34" charset="-122"/>
              </ns1:rPr>
              <ns1:t>目录 </ns1:t>
            </ns1:r>
            <ns1:r>
              <ns1:rPr lang="en-US" altLang="zh-CN" sz="2700" dirty="0">
                <ns1:sym typeface="微软雅黑" panose="020B0503020204020204" pitchFamily="34" charset="-122"/>
              </ns1:rPr>
              <ns1:t>| CONTENT</ns1:t>
            </ns1:r>
            <ns1:endParaRPr lang="en-US" altLang="zh-CN" sz="2700" dirty="0">
              <ns1:sym typeface="微软雅黑" panose="020B0503020204020204" pitchFamily="34" charset="-122"/>
            </ns1:endParaRPr>
          </ns1:p>
        </ns0:txBody>
      </ns0:sp>
      <ns0:pic>
        <ns0:nvPicPr>
          <ns0:cNvPr id="32" name="图片 31"/>
          <ns0:cNvPicPr/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7429500" y="619125"/>
            <ns1:ext cx="1047750" cy="1047750"/>
          </ns1:xfrm>
          <ns1:prstGeom prst="rect">
            <ns1:avLst/>
          </ns1:prstGeom>
        </ns0:spPr>
      </ns0:pic>
      <ns0:sp>
        <ns0:nvSpPr>
          <ns0:cNvPr id="34" name="矩形 33"/>
          <ns0:cNvSpPr/>
          <ns0:nvPr/>
        </ns0:nvSpPr>
        <ns0:spPr>
          <ns1:xfrm>
            <ns1:off x="4540271" y="3008072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3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6" name="矩形 35"/>
          <ns0:cNvSpPr/>
          <ns0:nvPr/>
        </ns0:nvSpPr>
        <ns0:spPr>
          <ns1:xfrm>
            <ns1:off x="4887372" y="2977450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页面与功能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7" name="矩形 36"/>
          <ns0:cNvSpPr/>
          <ns0:nvPr/>
        </ns0:nvSpPr>
        <ns0:spPr>
          <ns1:xfrm>
            <ns1:off x="4540271" y="337145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4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0" name="矩形 39"/>
          <ns0:cNvSpPr/>
          <ns0:nvPr/>
        </ns0:nvSpPr>
        <ns0:spPr>
          <ns1:xfrm>
            <ns1:off x="4540270" y="374767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5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1" name="矩形 40"/>
          <ns0:cNvSpPr/>
          <ns0:nvPr/>
        </ns0:nvSpPr>
        <ns0:spPr>
          <ns1:xfrm>
            <ns1:off x="4887372" y="3329281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标准操作流程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2" name="矩形 41"/>
          <ns0:cNvSpPr/>
          <ns0:nvPr/>
        </ns0:nvSpPr>
        <ns0:spPr>
          <ns1:xfrm>
            <ns1:off x="4887372" y="370550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状态说明与常见问题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3" name="矩形 42"/>
          <ns0:cNvSpPr/>
          <ns0:nvPr/>
        </ns0:nvSpPr>
        <ns0:spPr>
          <ns1:xfrm>
            <ns1:off x="4540270" y="416360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6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5" name="矩形 44"/>
          <ns0:cNvSpPr/>
          <ns0:nvPr/>
        </ns0:nvSpPr>
        <ns0:spPr>
          <ns1:xfrm>
            <ns1:off x="4887372" y="4121430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培训总结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6" name="矩形 45"/>
          <ns0:cNvSpPr/>
          <ns0:nvPr/>
        </ns0:nvSpPr>
        <ns0:spPr>
          <ns1:xfrm>
            <ns1:off x="4898167" y="259327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系统与硬件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</ns0:spTree>
  </ns0:cSld>
  <ns0:clrMapOvr>
    <ns1:masterClrMapping/>
  </ns0:clrMapOvr>
  <ns4:AlternateContent>
    <ns4:Choice Requires="p14">
      <ns0:transition spd="med" ns5:dur="700">
        <ns0:fade/>
      </ns0:transition>
    </ns4:Choice>
    <ns4:Fallback>
      <ns0:transition spd="med">
        <ns0:fade/>
      </ns0:transition>
    </ns4:Fallback>
  </ns4:AlternateContent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 xmlns:ns4="http://schemas.openxmlformats.org/markup-compatibility/2006" xmlns:ns5="http://schemas.microsoft.com/office/powerpoint/2010/main">
  <ns0:cSld>
    <ns0:bg>
      <ns0:bgPr>
        <ns1:solidFill>
          <ns1:schemeClr val="bg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2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1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系统概述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29" name="Rectangle 7"/>
          <ns0:cNvSpPr>
            <ns1:spLocks noChangeArrowheads="1"/>
          </ns0:cNvSpPr>
          <ns0:nvPr/>
        </ns0:nvSpPr>
        <ns0:spPr bwMode="auto">
          <ns1:xfrm>
            <ns1:off x="2" y="-184665"/>
            <ns1:ext cx="184731" cy="369332"/>
          </ns1:xfrm>
          <ns1:prstGeom prst="rect">
            <ns1:avLst/>
          </ns1:prstGeom>
          <ns1:noFill/>
          <ns1:ln>
            <ns1:noFill/>
          </ns1:ln>
          <ns1:effectLst/>
          <ns1:extLst>
            <ns1:ext uri="{909E8E84-426E-40DD-AFC4-6F175D3DCCD1}">
              <ns2:hiddenFill>
                <ns1:solidFill>
                  <ns1:schemeClr val="accent1"/>
                </ns1:solidFill>
              </ns2:hiddenFill>
            </ns1:ext>
            <ns1:ext uri="{91240B29-F687-4F45-9708-019B960494DF}">
              <ns2:hiddenLine w="9525">
                <ns1:solidFill>
                  <ns1:schemeClr val="tx1"/>
                </ns1:solidFill>
                <ns1:miter lim="800000"/>
                <ns1:headEnd/>
                <ns1:tailEnd/>
              </ns2:hiddenLine>
            </ns1:ext>
            <ns1:ext uri="{AF507438-7753-43E0-B8FC-AC1667EBCBE1}">
              <ns2:hiddenEffects>
                <ns1:effectLst>
                  <ns1:outerShdw dist="35921" dir="2700000" algn="ctr" rotWithShape="0">
                    <ns1:schemeClr val="bg2"/>
                  </ns1:outerShdw>
                </ns1:effectLst>
              </ns2:hiddenEffects>
            </ns1:ext>
          </ns1:extLst>
        </ns0:spPr>
        <ns0:txBody>
          <ns1:bodyPr vert="horz" wrap="none" lIns="91440" tIns="45720" rIns="91440" bIns="45720" numCol="1" anchor="ctr" anchorCtr="0" compatLnSpc="1">
            <ns1:spAutoFit/>
          </ns1:bodyPr>
          <ns1:lstStyle/>
          <ns1:p>
            <ns1:endParaRPr lang="zh-CN" altLang="en-US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ectangle 46"/>
          <ns0:cNvSpPr>
            <ns1:spLocks noChangeArrowheads="1"/>
          </ns0:cNvSpPr>
          <ns0:nvPr/>
        </ns0:nvSpPr>
        <ns0:spPr bwMode="auto">
          <ns1:xfrm>
            <ns1:off x="2" y="-184665"/>
            <ns1:ext cx="184731" cy="369332"/>
          </ns1:xfrm>
          <ns1:prstGeom prst="rect">
            <ns1:avLst/>
          </ns1:prstGeom>
          <ns1:noFill/>
          <ns1:ln>
            <ns1:noFill/>
          </ns1:ln>
          <ns1:effectLst/>
          <ns1:extLst>
            <ns1:ext uri="{909E8E84-426E-40DD-AFC4-6F175D3DCCD1}">
              <ns2:hiddenFill>
                <ns1:solidFill>
                  <ns1:schemeClr val="accent1"/>
                </ns1:solidFill>
              </ns2:hiddenFill>
            </ns1:ext>
            <ns1:ext uri="{91240B29-F687-4F45-9708-019B960494DF}">
              <ns2:hiddenLine w="9525">
                <ns1:solidFill>
                  <ns1:schemeClr val="tx1"/>
                </ns1:solidFill>
                <ns1:miter lim="800000"/>
                <ns1:headEnd/>
                <ns1:tailEnd/>
              </ns2:hiddenLine>
            </ns1:ext>
            <ns1:ext uri="{AF507438-7753-43E0-B8FC-AC1667EBCBE1}">
              <ns2:hiddenEffects>
                <ns1:effectLst>
                  <ns1:outerShdw dist="35921" dir="2700000" algn="ctr" rotWithShape="0">
                    <ns1:schemeClr val="bg2"/>
                  </ns1:outerShdw>
                </ns1:effectLst>
              </ns2:hiddenEffects>
            </ns1:ext>
          </ns1:extLst>
        </ns0:spPr>
        <ns0:txBody>
          <ns1:bodyPr vert="horz" wrap="none" lIns="91440" tIns="45720" rIns="91440" bIns="45720" numCol="1" anchor="ctr" anchorCtr="0" compatLnSpc="1">
            <ns1:spAutoFit/>
          </ns1:bodyPr>
          <ns1:lstStyle/>
          <ns1:p>
            <ns1:endParaRPr lang="zh-CN" altLang="en-US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ectangle 55"/>
          <ns0:cNvSpPr>
            <ns1:spLocks noChangeArrowheads="1"/>
          </ns0:cNvSpPr>
          <ns0:nvPr/>
        </ns0:nvSpPr>
        <ns0:spPr bwMode="auto">
          <ns1:xfrm>
            <ns1:off x="2" y="-184665"/>
            <ns1:ext cx="184731" cy="369332"/>
          </ns1:xfrm>
          <ns1:prstGeom prst="rect">
            <ns1:avLst/>
          </ns1:prstGeom>
          <ns1:noFill/>
          <ns1:ln>
            <ns1:noFill/>
          </ns1:ln>
          <ns1:effectLst/>
          <ns1:extLst>
            <ns1:ext uri="{909E8E84-426E-40DD-AFC4-6F175D3DCCD1}">
              <ns2:hiddenFill>
                <ns1:solidFill>
                  <ns1:schemeClr val="accent1"/>
                </ns1:solidFill>
              </ns2:hiddenFill>
            </ns1:ext>
            <ns1:ext uri="{91240B29-F687-4F45-9708-019B960494DF}">
              <ns2:hiddenLine w="9525">
                <ns1:solidFill>
                  <ns1:schemeClr val="tx1"/>
                </ns1:solidFill>
                <ns1:miter lim="800000"/>
                <ns1:headEnd/>
                <ns1:tailEnd/>
              </ns2:hiddenLine>
            </ns1:ext>
            <ns1:ext uri="{AF507438-7753-43E0-B8FC-AC1667EBCBE1}">
              <ns2:hiddenEffects>
                <ns1:effectLst>
                  <ns1:outerShdw dist="35921" dir="2700000" algn="ctr" rotWithShape="0">
                    <ns1:schemeClr val="bg2"/>
                  </ns1:outerShdw>
                </ns1:effectLst>
              </ns2:hiddenEffects>
            </ns1:ext>
          </ns1:extLst>
        </ns0:spPr>
        <ns0:txBody>
          <ns1:bodyPr vert="horz" wrap="none" lIns="91440" tIns="45720" rIns="91440" bIns="45720" numCol="1" anchor="ctr" anchorCtr="0" compatLnSpc="1">
            <ns1:spAutoFit/>
          </ns1:bodyPr>
          <ns1:lstStyle/>
          <ns1:p>
            <ns1:endParaRPr lang="zh-CN" altLang="en-US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1078230" y="723265"/>
            <ns1:ext cx="7120255" cy="1198880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lstStyle/>
          <ns1:p>
            <ns1:r>
              <ns1:rPr lang="en-US" altLang="zh-CN">
                <ns1:latin typeface="宋体" panose="02010600030101010101" pitchFamily="2" charset="-122"/>
                <ns1:ea typeface="宋体" panose="02010600030101010101" pitchFamily="2" charset="-122"/>
                <ns1:cs typeface="宋体" panose="02010600030101010101" pitchFamily="2" charset="-122"/>
              </ns1:rPr>
              <ns1:t/>
            </ns1:r>
            <ns1:r>
              <ns1:rPr lang="zh-CN" altLang="en-US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本设备用于</ns1:t>
            </ns1:r>
            <ns1:r>
              <ns1:rPr lang="zh-CN" altLang="en-US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采集现场语音</ns1:t>
            </ns1:r>
            <ns1:r>
              <ns1:rPr lang="zh-CN" altLang="en-US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、</ns1:t>
            </ns1:r>
            <ns1:r>
              <ns1:rPr lang="zh-CN" altLang="en-US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实时转写文字</ns1:t>
            </ns1:r>
            <ns1:r>
              <ns1:rPr lang="zh-CN" altLang="en-US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、</ns1:t>
            </ns1:r>
            <ns1:r>
              <ns1:rPr lang="zh-CN" altLang="en-US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识别当前主说话人</ns1:t>
            </ns1:r>
            <ns1:r>
              <ns1:rPr lang="zh-CN" altLang="en-US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、</ns1:t>
            </ns1:r>
            <ns1:r>
              <ns1:rPr lang="zh-CN" altLang="en-US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判断是否命中预设指令</ns1:t>
            </ns1:r>
            <ns1:r>
              <ns1:rPr lang="zh-CN" altLang="en-US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。操作员主要关注“能否采集、文字是否正常、说话人是否正确、指令是否转发成功”四项结果。</ns1:t>
            </ns1:r>
            <ns1:endParaRPr lang="zh-CN" altLang="en-US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grpSp>
        <ns0:nvGrpSpPr>
          <ns0:cNvPr id="7" name="组合 6"/>
          <ns0:cNvGrpSpPr/>
          <ns0:nvPr/>
        </ns0:nvGrpSpPr>
        <ns0:grpSpPr>
          <ns1:xfrm>
            <ns1:off x="2191385" y="2075815"/>
            <ns1:ext cx="4895215" cy="2748280"/>
            <ns1:chOff x="3451" y="3350"/>
            <ns1:chExt cx="7709" cy="4328"/>
          </ns1:xfrm>
        </ns0:grpSpPr>
        <ns0:pic>
          <ns0:nvPicPr>
            <ns0:cNvPr id="4" name="图片 3"/>
            <ns0:cNvPicPr>
              <ns1:picLocks noChangeAspect="1"/>
            </ns0:cNvPicPr>
            <ns0:nvPr/>
          </ns0:nvPicPr>
          <ns0:blipFill>
            <ns1:blip ns3:embed="rId1"/>
            <ns1:stretch>
              <ns1:fillRect/>
            </ns1:stretch>
          </ns0:blipFill>
          <ns0:spPr>
            <ns1:xfrm>
              <ns1:off x="3451" y="3350"/>
              <ns1:ext cx="7708" cy="3748"/>
            </ns1:xfrm>
            <ns1:prstGeom prst="rect">
              <ns1:avLst/>
            </ns1:prstGeom>
          </ns0:spPr>
        </ns0:pic>
        <ns0:sp>
          <ns0:nvSpPr>
            <ns0:cNvPr id="6" name="文本框 5"/>
            <ns0:cNvSpPr txBox="1"/>
            <ns0:nvPr/>
          </ns0:nvSpPr>
          <ns0:spPr>
            <ns1:xfrm>
              <ns1:off x="3462" y="7098"/>
              <ns1:ext cx="7698" cy="580"/>
            </ns1:xfrm>
            <ns1:prstGeom prst="rect">
              <ns1:avLst/>
            </ns1:prstGeom>
            <ns1:noFill/>
          </ns0:spPr>
          <ns0:txBody>
            <ns1:bodyPr wrap="square" rtlCol="0">
              <ns1:spAutoFit/>
            </ns1:bodyPr>
            <ns1:p>
              <ns1:pPr algn="ctr"/>
              <ns1:r>
                <ns1:rPr lang="zh-CN" altLang="en-US"/>
                <ns1:t>设备与系统示意</ns1:t>
              </ns1:r>
              <ns1:endParaRPr lang="zh-CN" altLang="en-US"/>
            </ns1:p>
          </ns0:txBody>
        </ns0:sp>
      </ns0:grpSp>
    </ns0:spTree>
  </ns0:cSld>
  <ns0:clrMapOvr>
    <ns1:overrideClrMapping bg1="lt1" tx1="dk1" bg2="lt2" tx2="dk2" accent1="accent1" accent2="accent2" accent3="accent3" accent4="accent4" accent5="accent5" accent6="accent6" hlink="hlink" folHlink="folHlink"/>
  </ns0:clrMapOvr>
  <ns4:AlternateContent>
    <ns4:Choice Requires="p14">
      <ns0:transition spd="slow" ns5:dur="2000" advTm="22878"/>
    </ns4:Choice>
    <ns4:Fallback>
      <ns0:transition spd="slow" advTm="22878"/>
    </ns4:Fallback>
  </ns4:AlternateContent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openxmlformats.org/markup-compatibility/2006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 bwMode="auto">
          <ns1:xfrm>
            <ns1:off x="2" y="0"/>
            <ns1:ext cx="4419601" cy="5143500"/>
          </ns1:xfrm>
          <ns1:prstGeom prst="rect">
            <ns1:avLst/>
          </ns1:prstGeom>
          <ns1:solidFill>
            <ns1:schemeClr val="accent1">
              <ns1:alpha val="8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" name="矩形 3"/>
          <ns0:cNvSpPr/>
          <ns0:nvPr/>
        </ns0:nvSpPr>
        <ns0:spPr bwMode="auto">
          <ns1:xfrm rot="5400000" flipV="1">
            <ns1:off x="1402556" y="-1402554"/>
            <ns1:ext cx="928688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12" name="矩形 11"/>
          <ns0:cNvSpPr/>
          <ns0:nvPr/>
        </ns0:nvSpPr>
        <ns0:spPr bwMode="auto">
          <ns1:xfrm rot="5400000">
            <ns1:off x="1409697" y="2819402"/>
            <ns1:ext cx="914401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grpSp>
        <ns0:nvGrpSpPr>
          <ns0:cNvPr id="15" name="组合 14"/>
          <ns0:cNvGrpSpPr/>
          <ns0:nvPr/>
        </ns0:nvGrpSpPr>
        <ns0:grpSpPr>
          <ns1:xfrm>
            <ns1:off x="1143000" y="802670"/>
            <ns1:ext cx="2065538" cy="3485243"/>
            <ns1:chOff x="0" y="1111187"/>
            <ns1:chExt cx="2754050" cy="4646991"/>
          </ns1:xfrm>
        </ns0:grpSpPr>
        <ns0:sp>
          <ns0:nvSpPr>
            <ns0:cNvPr id="16" name="椭圆 15"/>
            <ns0:cNvSpPr/>
            <ns0:nvPr/>
          </ns0:nvSpPr>
          <ns0:spPr>
            <ns1:xfrm>
              <ns1:off x="2450246" y="4863799"/>
              <ns1:ext cx="200570" cy="200570"/>
            </ns1:xfrm>
            <ns1:prstGeom prst="ellipse">
              <ns1:avLst/>
            </ns1:prstGeom>
            <ns1:solidFill>
              <ns1:schemeClr val="bg1">
                <ns1:alpha val="26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7" name="椭圆 16"/>
            <ns0:cNvSpPr/>
            <ns0:nvPr/>
          </ns0:nvSpPr>
          <ns0:spPr>
            <ns1:xfrm>
              <ns1:off x="0" y="1111187"/>
              <ns1:ext cx="312134" cy="312134"/>
            </ns1:xfrm>
            <ns1:prstGeom prst="ellipse">
              <ns1:avLst/>
            </ns1:prstGeom>
            <ns1:solidFill>
              <ns1:schemeClr val="bg1">
                <ns1:alpha val="13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8" name="椭圆 17"/>
            <ns0:cNvSpPr/>
            <ns0:nvPr/>
          </ns0:nvSpPr>
          <ns0:spPr>
            <ns1:xfrm>
              <ns1:off x="1114320" y="1611397"/>
              <ns1:ext cx="904679" cy="904679"/>
            </ns1:xfrm>
            <ns1:prstGeom prst="ellipse">
              <ns1:avLst/>
            </ns1:prstGeom>
            <ns1:solidFill>
              <ns1:schemeClr val="bg1">
                <ns1:alpha val="7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9" name="椭圆 18"/>
            <ns0:cNvSpPr/>
            <ns0:nvPr/>
          </ns0:nvSpPr>
          <ns0:spPr>
            <ns1:xfrm>
              <ns1:off x="854236" y="5460064"/>
              <ns1:ext cx="298114" cy="298114"/>
            </ns1:xfrm>
            <ns1:prstGeom prst="ellipse">
              <ns1:avLst/>
            </ns1:prstGeom>
            <ns1:solidFill>
              <ns1:schemeClr val="bg1">
                <ns1:alpha val="24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20" name="椭圆 19"/>
            <ns0:cNvSpPr/>
            <ns0:nvPr/>
          </ns0:nvSpPr>
          <ns0:spPr>
            <ns1:xfrm>
              <ns1:off x="2313236" y="1194804"/>
              <ns1:ext cx="440814" cy="440814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21" name="图片 20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962"/>
            <ns1:ext cx="3984172" cy="2929037"/>
          </ns1:xfrm>
          <ns1:prstGeom prst="rect">
            <ns1:avLst/>
          </ns1:prstGeom>
        </ns0:spPr>
      </ns0:pic>
      <ns0:pic>
        <ns0:nvPicPr>
          <ns0:cNvPr id="22" name="图片 21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014"/>
            <ns1:ext cx="4986338" cy="2929473"/>
          </ns1:xfrm>
          <ns1:prstGeom prst="rect">
            <ns1:avLst/>
          </ns1:prstGeom>
        </ns0:spPr>
      </ns0:pic>
      <ns0:sp>
        <ns0:nvSpPr>
          <ns0:cNvPr id="25" name="任意多边形 24"/>
          <ns0:cNvSpPr/>
          <ns0:nvPr/>
        </ns0:nvSpPr>
        <ns0:spPr>
          <ns1:xfrm rot="16200000">
            <ns1:off x="1222480" y="1102829"/>
            <ns1:ext cx="5143502" cy="2937840"/>
          </ns1:xfrm>
          <ns1:custGeom>
            <ns1:avLst/>
            <ns1:gdLst>
              <ns1:gd name="connsiteX0" fmla="*/ 9143999 w 9143999"/>
              <ns1:gd name="connsiteY0" fmla="*/ 0 h 2051818"/>
              <ns1:gd name="connsiteX1" fmla="*/ 9143999 w 9143999"/>
              <ns1:gd name="connsiteY1" fmla="*/ 2051818 h 2051818"/>
              <ns1:gd name="connsiteX2" fmla="*/ 0 w 9143999"/>
              <ns1:gd name="connsiteY2" fmla="*/ 2051818 h 2051818"/>
              <ns1:gd name="connsiteX3" fmla="*/ 0 w 9143999"/>
              <ns1:gd name="connsiteY3" fmla="*/ 1204077 h 2051818"/>
              <ns1:gd name="connsiteX4" fmla="*/ 6027 w 9143999"/>
              <ns1:gd name="connsiteY4" fmla="*/ 1207403 h 2051818"/>
              <ns1:gd name="connsiteX5" fmla="*/ 7674511 w 9143999"/>
              <ns1:gd name="connsiteY5" fmla="*/ 718908 h 2051818"/>
              <ns1:gd name="connsiteX6" fmla="*/ 9044856 w 9143999"/>
              <ns1:gd name="connsiteY6" fmla="*/ 57555 h 2051818"/>
              <ns1:gd name="connsiteX7" fmla="*/ 9143999 w 9143999"/>
              <ns1:gd name="connsiteY7" fmla="*/ 0 h 2051818"/>
              <ns1:gd name="connsiteX0-1" fmla="*/ 9143999 w 9143999"/>
              <ns1:gd name="connsiteY0-2" fmla="*/ 0 h 2051818"/>
              <ns1:gd name="connsiteX1-3" fmla="*/ 9143999 w 9143999"/>
              <ns1:gd name="connsiteY1-4" fmla="*/ 2051818 h 2051818"/>
              <ns1:gd name="connsiteX2-5" fmla="*/ 0 w 9143999"/>
              <ns1:gd name="connsiteY2-6" fmla="*/ 2051818 h 2051818"/>
              <ns1:gd name="connsiteX3-7" fmla="*/ 0 w 9143999"/>
              <ns1:gd name="connsiteY3-8" fmla="*/ 1204077 h 2051818"/>
              <ns1:gd name="connsiteX4-9" fmla="*/ 6027 w 9143999"/>
              <ns1:gd name="connsiteY4-10" fmla="*/ 1207403 h 2051818"/>
              <ns1:gd name="connsiteX5-11" fmla="*/ 9044856 w 9143999"/>
              <ns1:gd name="connsiteY5-12" fmla="*/ 57555 h 2051818"/>
              <ns1:gd name="connsiteX6-13" fmla="*/ 9143999 w 9143999"/>
              <ns1:gd name="connsiteY6-14" fmla="*/ 0 h 2051818"/>
              <ns1:gd name="connsiteX0-15" fmla="*/ 9143999 w 9143999"/>
              <ns1:gd name="connsiteY0-16" fmla="*/ 0 h 2051818"/>
              <ns1:gd name="connsiteX1-17" fmla="*/ 9143999 w 9143999"/>
              <ns1:gd name="connsiteY1-18" fmla="*/ 2051818 h 2051818"/>
              <ns1:gd name="connsiteX2-19" fmla="*/ 0 w 9143999"/>
              <ns1:gd name="connsiteY2-20" fmla="*/ 2051818 h 2051818"/>
              <ns1:gd name="connsiteX3-21" fmla="*/ 0 w 9143999"/>
              <ns1:gd name="connsiteY3-22" fmla="*/ 1204077 h 2051818"/>
              <ns1:gd name="connsiteX4-23" fmla="*/ 6027 w 9143999"/>
              <ns1:gd name="connsiteY4-24" fmla="*/ 1207403 h 2051818"/>
              <ns1:gd name="connsiteX5-25" fmla="*/ 9143999 w 9143999"/>
              <ns1:gd name="connsiteY5-26" fmla="*/ 0 h 2051818"/>
              <ns1:gd name="connsiteX0-27" fmla="*/ 9143999 w 9143999"/>
              <ns1:gd name="connsiteY0-28" fmla="*/ 0 h 2051818"/>
              <ns1:gd name="connsiteX1-29" fmla="*/ 9143999 w 9143999"/>
              <ns1:gd name="connsiteY1-30" fmla="*/ 2051818 h 2051818"/>
              <ns1:gd name="connsiteX2-31" fmla="*/ 0 w 9143999"/>
              <ns1:gd name="connsiteY2-32" fmla="*/ 2051818 h 2051818"/>
              <ns1:gd name="connsiteX3-33" fmla="*/ 0 w 9143999"/>
              <ns1:gd name="connsiteY3-34" fmla="*/ 1204077 h 2051818"/>
              <ns1:gd name="connsiteX4-35" fmla="*/ 6027 w 9143999"/>
              <ns1:gd name="connsiteY4-36" fmla="*/ 1207403 h 2051818"/>
              <ns1:gd name="connsiteX5-37" fmla="*/ 9143999 w 9143999"/>
              <ns1:gd name="connsiteY5-38" fmla="*/ 0 h 2051818"/>
              <ns1:gd name="connsiteX0-39" fmla="*/ 9143999 w 9143999"/>
              <ns1:gd name="connsiteY0-40" fmla="*/ 0 h 2051818"/>
              <ns1:gd name="connsiteX1-41" fmla="*/ 9143999 w 9143999"/>
              <ns1:gd name="connsiteY1-42" fmla="*/ 2051818 h 2051818"/>
              <ns1:gd name="connsiteX2-43" fmla="*/ 0 w 9143999"/>
              <ns1:gd name="connsiteY2-44" fmla="*/ 2051818 h 2051818"/>
              <ns1:gd name="connsiteX3-45" fmla="*/ 0 w 9143999"/>
              <ns1:gd name="connsiteY3-46" fmla="*/ 1204077 h 2051818"/>
              <ns1:gd name="connsiteX4-47" fmla="*/ 6027 w 9143999"/>
              <ns1:gd name="connsiteY4-48" fmla="*/ 1207403 h 2051818"/>
              <ns1:gd name="connsiteX5-49" fmla="*/ 9143999 w 9143999"/>
              <ns1:gd name="connsiteY5-50" fmla="*/ 0 h 2051818"/>
              <ns1:gd name="connsiteX0-51" fmla="*/ 9143999 w 9143999"/>
              <ns1:gd name="connsiteY0-52" fmla="*/ 0 h 2051818"/>
              <ns1:gd name="connsiteX1-53" fmla="*/ 9143999 w 9143999"/>
              <ns1:gd name="connsiteY1-54" fmla="*/ 2051818 h 2051818"/>
              <ns1:gd name="connsiteX2-55" fmla="*/ 0 w 9143999"/>
              <ns1:gd name="connsiteY2-56" fmla="*/ 2051818 h 2051818"/>
              <ns1:gd name="connsiteX3-57" fmla="*/ 0 w 9143999"/>
              <ns1:gd name="connsiteY3-58" fmla="*/ 1204077 h 2051818"/>
              <ns1:gd name="connsiteX4-59" fmla="*/ 6027 w 9143999"/>
              <ns1:gd name="connsiteY4-60" fmla="*/ 1207403 h 2051818"/>
              <ns1:gd name="connsiteX5-61" fmla="*/ 9143999 w 9143999"/>
              <ns1:gd name="connsiteY5-62" fmla="*/ 0 h 2051818"/>
              <ns1:gd name="connsiteX0-63" fmla="*/ 9143999 w 9143999"/>
              <ns1:gd name="connsiteY0-64" fmla="*/ 130228 h 2182046"/>
              <ns1:gd name="connsiteX1-65" fmla="*/ 9143999 w 9143999"/>
              <ns1:gd name="connsiteY1-66" fmla="*/ 2182046 h 2182046"/>
              <ns1:gd name="connsiteX2-67" fmla="*/ 0 w 9143999"/>
              <ns1:gd name="connsiteY2-68" fmla="*/ 2182046 h 2182046"/>
              <ns1:gd name="connsiteX3-69" fmla="*/ 0 w 9143999"/>
              <ns1:gd name="connsiteY3-70" fmla="*/ 1334305 h 2182046"/>
              <ns1:gd name="connsiteX4-71" fmla="*/ 6027 w 9143999"/>
              <ns1:gd name="connsiteY4-72" fmla="*/ 0 h 2182046"/>
              <ns1:gd name="connsiteX5-73" fmla="*/ 9143999 w 9143999"/>
              <ns1:gd name="connsiteY5-74" fmla="*/ 130228 h 2182046"/>
              <ns1:gd name="connsiteX0-75" fmla="*/ 9143999 w 9143999"/>
              <ns1:gd name="connsiteY0-76" fmla="*/ 0 h 2051818"/>
              <ns1:gd name="connsiteX1-77" fmla="*/ 9143999 w 9143999"/>
              <ns1:gd name="connsiteY1-78" fmla="*/ 2051818 h 2051818"/>
              <ns1:gd name="connsiteX2-79" fmla="*/ 0 w 9143999"/>
              <ns1:gd name="connsiteY2-80" fmla="*/ 2051818 h 2051818"/>
              <ns1:gd name="connsiteX3-81" fmla="*/ 0 w 9143999"/>
              <ns1:gd name="connsiteY3-82" fmla="*/ 1204077 h 2051818"/>
              <ns1:gd name="connsiteX4-83" fmla="*/ 25380 w 9143999"/>
              <ns1:gd name="connsiteY4-84" fmla="*/ 54648 h 2051818"/>
              <ns1:gd name="connsiteX5-85" fmla="*/ 9143999 w 9143999"/>
              <ns1:gd name="connsiteY5-86" fmla="*/ 0 h 2051818"/>
              <ns1:gd name="connsiteX0-87" fmla="*/ 9143999 w 9143999"/>
              <ns1:gd name="connsiteY0-88" fmla="*/ 0 h 2051818"/>
              <ns1:gd name="connsiteX1-89" fmla="*/ 9143999 w 9143999"/>
              <ns1:gd name="connsiteY1-90" fmla="*/ 2051818 h 2051818"/>
              <ns1:gd name="connsiteX2-91" fmla="*/ 0 w 9143999"/>
              <ns1:gd name="connsiteY2-92" fmla="*/ 2051818 h 2051818"/>
              <ns1:gd name="connsiteX3-93" fmla="*/ 0 w 9143999"/>
              <ns1:gd name="connsiteY3-94" fmla="*/ 1204077 h 2051818"/>
              <ns1:gd name="connsiteX4-95" fmla="*/ 25380 w 9143999"/>
              <ns1:gd name="connsiteY4-96" fmla="*/ 54648 h 2051818"/>
              <ns1:gd name="connsiteX5-97" fmla="*/ 9143999 w 9143999"/>
              <ns1:gd name="connsiteY5-98" fmla="*/ 0 h 2051818"/>
              <ns1:gd name="connsiteX0-99" fmla="*/ 9143999 w 9143999"/>
              <ns1:gd name="connsiteY0-100" fmla="*/ 0 h 2051818"/>
              <ns1:gd name="connsiteX1-101" fmla="*/ 9143999 w 9143999"/>
              <ns1:gd name="connsiteY1-102" fmla="*/ 2051818 h 2051818"/>
              <ns1:gd name="connsiteX2-103" fmla="*/ 0 w 9143999"/>
              <ns1:gd name="connsiteY2-104" fmla="*/ 2051818 h 2051818"/>
              <ns1:gd name="connsiteX3-105" fmla="*/ 0 w 9143999"/>
              <ns1:gd name="connsiteY3-106" fmla="*/ 1204077 h 2051818"/>
              <ns1:gd name="connsiteX4-107" fmla="*/ 25380 w 9143999"/>
              <ns1:gd name="connsiteY4-108" fmla="*/ 54648 h 2051818"/>
              <ns1:gd name="connsiteX5-109" fmla="*/ 9143999 w 9143999"/>
              <ns1:gd name="connsiteY5-110" fmla="*/ 0 h 2051818"/>
              <ns1:gd name="connsiteX0-111" fmla="*/ 9143999 w 9143999"/>
              <ns1:gd name="connsiteY0-112" fmla="*/ 0 h 2051818"/>
              <ns1:gd name="connsiteX1-113" fmla="*/ 9143999 w 9143999"/>
              <ns1:gd name="connsiteY1-114" fmla="*/ 2051818 h 2051818"/>
              <ns1:gd name="connsiteX2-115" fmla="*/ 0 w 9143999"/>
              <ns1:gd name="connsiteY2-116" fmla="*/ 2051818 h 2051818"/>
              <ns1:gd name="connsiteX3-117" fmla="*/ 0 w 9143999"/>
              <ns1:gd name="connsiteY3-118" fmla="*/ 1204077 h 2051818"/>
              <ns1:gd name="connsiteX4-119" fmla="*/ 25380 w 9143999"/>
              <ns1:gd name="connsiteY4-120" fmla="*/ 54648 h 2051818"/>
              <ns1:gd name="connsiteX5-121" fmla="*/ 9143999 w 9143999"/>
              <ns1:gd name="connsiteY5-122" fmla="*/ 0 h 2051818"/>
              <ns1:gd name="connsiteX0-123" fmla="*/ 9124647 w 9143999"/>
              <ns1:gd name="connsiteY0-124" fmla="*/ 0 h 2127943"/>
              <ns1:gd name="connsiteX1-125" fmla="*/ 9143999 w 9143999"/>
              <ns1:gd name="connsiteY1-126" fmla="*/ 2127943 h 2127943"/>
              <ns1:gd name="connsiteX2-127" fmla="*/ 0 w 9143999"/>
              <ns1:gd name="connsiteY2-128" fmla="*/ 2127943 h 2127943"/>
              <ns1:gd name="connsiteX3-129" fmla="*/ 0 w 9143999"/>
              <ns1:gd name="connsiteY3-130" fmla="*/ 1280202 h 2127943"/>
              <ns1:gd name="connsiteX4-131" fmla="*/ 25380 w 9143999"/>
              <ns1:gd name="connsiteY4-132" fmla="*/ 130773 h 2127943"/>
              <ns1:gd name="connsiteX5-133" fmla="*/ 9124647 w 9143999"/>
              <ns1:gd name="connsiteY5-134" fmla="*/ 0 h 2127943"/>
              <ns1:gd name="connsiteX0-135" fmla="*/ 9124647 w 9143999"/>
              <ns1:gd name="connsiteY0-136" fmla="*/ 0 h 2127943"/>
              <ns1:gd name="connsiteX1-137" fmla="*/ 9143999 w 9143999"/>
              <ns1:gd name="connsiteY1-138" fmla="*/ 2127943 h 2127943"/>
              <ns1:gd name="connsiteX2-139" fmla="*/ 0 w 9143999"/>
              <ns1:gd name="connsiteY2-140" fmla="*/ 2127943 h 2127943"/>
              <ns1:gd name="connsiteX3-141" fmla="*/ 0 w 9143999"/>
              <ns1:gd name="connsiteY3-142" fmla="*/ 1280202 h 2127943"/>
              <ns1:gd name="connsiteX4-143" fmla="*/ 25380 w 9143999"/>
              <ns1:gd name="connsiteY4-144" fmla="*/ 130773 h 2127943"/>
              <ns1:gd name="connsiteX5-145" fmla="*/ 9124647 w 9143999"/>
              <ns1:gd name="connsiteY5-146" fmla="*/ 0 h 2127943"/>
              <ns1:gd name="connsiteX0-147" fmla="*/ 9124647 w 9143999"/>
              <ns1:gd name="connsiteY0-148" fmla="*/ 0 h 2127943"/>
              <ns1:gd name="connsiteX1-149" fmla="*/ 9143999 w 9143999"/>
              <ns1:gd name="connsiteY1-150" fmla="*/ 2127943 h 2127943"/>
              <ns1:gd name="connsiteX2-151" fmla="*/ 0 w 9143999"/>
              <ns1:gd name="connsiteY2-152" fmla="*/ 2127943 h 2127943"/>
              <ns1:gd name="connsiteX3-153" fmla="*/ 0 w 9143999"/>
              <ns1:gd name="connsiteY3-154" fmla="*/ 1280202 h 2127943"/>
              <ns1:gd name="connsiteX4-155" fmla="*/ 6028 w 9143999"/>
              <ns1:gd name="connsiteY4-156" fmla="*/ 11147 h 2127943"/>
              <ns1:gd name="connsiteX5-157" fmla="*/ 9124647 w 9143999"/>
              <ns1:gd name="connsiteY5-158" fmla="*/ 0 h 2127943"/>
              <ns1:gd name="connsiteX0-159" fmla="*/ 9138134 w 9157486"/>
              <ns1:gd name="connsiteY0-160" fmla="*/ 0 h 2127943"/>
              <ns1:gd name="connsiteX1-161" fmla="*/ 9157486 w 9157486"/>
              <ns1:gd name="connsiteY1-162" fmla="*/ 2127943 h 2127943"/>
              <ns1:gd name="connsiteX2-163" fmla="*/ 13487 w 9157486"/>
              <ns1:gd name="connsiteY2-164" fmla="*/ 2127943 h 2127943"/>
              <ns1:gd name="connsiteX3-165" fmla="*/ 13487 w 9157486"/>
              <ns1:gd name="connsiteY3-166" fmla="*/ 1280202 h 2127943"/>
              <ns1:gd name="connsiteX4-167" fmla="*/ 163 w 9157486"/>
              <ns1:gd name="connsiteY4-168" fmla="*/ 141648 h 2127943"/>
              <ns1:gd name="connsiteX5-169" fmla="*/ 9138134 w 9157486"/>
              <ns1:gd name="connsiteY5-170" fmla="*/ 0 h 2127943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  <ns1:cxn ang="0">
                <ns1:pos x="connsiteX5-11" y="connsiteY5-12"/>
              </ns1:cxn>
            </ns1:cxnLst>
            <ns1:rect l="l" t="t" r="r" b="b"/>
            <ns1:pathLst>
              <ns1:path w="9157486" h="2127943">
                <ns1:moveTo>
                  <ns1:pt x="9138134" y="0"/>
                </ns1:moveTo>
                <ns1:lnTo>
                  <ns1:pt x="9157486" y="2127943"/>
                </ns1:lnTo>
                <ns1:lnTo>
                  <ns1:pt x="13487" y="2127943"/>
                </ns1:lnTo>
                <ns1:lnTo>
                  <ns1:pt x="13487" y="1280202"/>
                </ns1:lnTo>
                <ns1:cubicBezTo>
                  <ns1:pt x="15496" y="857184"/>
                  <ns1:pt x="-1846" y="564666"/>
                  <ns1:pt x="163" y="141648"/>
                </ns1:cubicBezTo>
                <ns1:cubicBezTo>
                  <ns1:pt x="3568670" y="1577063"/>
                  <ns1:pt x="7137176" y="1131097"/>
                  <ns1:pt x="9138134" y="0"/>
                </ns1:cubicBezTo>
                <ns1:close/>
              </ns1:path>
            </ns1:pathLst>
          </ns1:custGeom>
          <ns1:solidFill>
            <ns1:schemeClr val="accent1">
              <ns1:alpha val="9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6" name="任意多边形 25"/>
          <ns0:cNvSpPr/>
          <ns0:nvPr/>
        </ns0:nvSpPr>
        <ns0:spPr>
          <ns1:xfrm rot="16200000">
            <ns1:off x="2845497" y="-12027"/>
            <ns1:ext cx="5151674" cy="5159381"/>
          </ns1:xfrm>
          <ns1:custGeom>
            <ns1:avLst/>
            <ns1:gdLst>
              <ns1:gd name="connsiteX0" fmla="*/ 6858000 w 6858000"/>
              <ns1:gd name="connsiteY0" fmla="*/ 0 h 6459417"/>
              <ns1:gd name="connsiteX1" fmla="*/ 6858000 w 6858000"/>
              <ns1:gd name="connsiteY1" fmla="*/ 1675279 h 6459417"/>
              <ns1:gd name="connsiteX2" fmla="*/ 6858000 w 6858000"/>
              <ns1:gd name="connsiteY2" fmla="*/ 1819701 h 6459417"/>
              <ns1:gd name="connsiteX3" fmla="*/ 6858000 w 6858000"/>
              <ns1:gd name="connsiteY3" fmla="*/ 2278767 h 6459417"/>
              <ns1:gd name="connsiteX4" fmla="*/ 6858000 w 6858000"/>
              <ns1:gd name="connsiteY4" fmla="*/ 3954046 h 6459417"/>
              <ns1:gd name="connsiteX5" fmla="*/ 6858000 w 6858000"/>
              <ns1:gd name="connsiteY5" fmla="*/ 4098468 h 6459417"/>
              <ns1:gd name="connsiteX6" fmla="*/ 6858000 w 6858000"/>
              <ns1:gd name="connsiteY6" fmla="*/ 4180650 h 6459417"/>
              <ns1:gd name="connsiteX7" fmla="*/ 6858000 w 6858000"/>
              <ns1:gd name="connsiteY7" fmla="*/ 6459417 h 6459417"/>
              <ns1:gd name="connsiteX8" fmla="*/ 0 w 6858000"/>
              <ns1:gd name="connsiteY8" fmla="*/ 6459417 h 6459417"/>
              <ns1:gd name="connsiteX9" fmla="*/ 0 w 6858000"/>
              <ns1:gd name="connsiteY9" fmla="*/ 4180650 h 6459417"/>
              <ns1:gd name="connsiteX10" fmla="*/ 0 w 6858000"/>
              <ns1:gd name="connsiteY10" fmla="*/ 4098468 h 6459417"/>
              <ns1:gd name="connsiteX11" fmla="*/ 0 w 6858000"/>
              <ns1:gd name="connsiteY11" fmla="*/ 3954046 h 6459417"/>
              <ns1:gd name="connsiteX12" fmla="*/ 0 w 6858000"/>
              <ns1:gd name="connsiteY12" fmla="*/ 3295924 h 6459417"/>
              <ns1:gd name="connsiteX13" fmla="*/ 0 w 6858000"/>
              <ns1:gd name="connsiteY13" fmla="*/ 1819701 h 6459417"/>
              <ns1:gd name="connsiteX14" fmla="*/ 0 w 6858000"/>
              <ns1:gd name="connsiteY14" fmla="*/ 1675279 h 6459417"/>
              <ns1:gd name="connsiteX15" fmla="*/ 0 w 6858000"/>
              <ns1:gd name="connsiteY15" fmla="*/ 1017157 h 6459417"/>
              <ns1:gd name="connsiteX16" fmla="*/ 227535 w 6858000"/>
              <ns1:gd name="connsiteY16" fmla="*/ 1166258 h 6459417"/>
              <ns1:gd name="connsiteX17" fmla="*/ 6270374 w 6858000"/>
              <ns1:gd name="connsiteY17" fmla="*/ 412001 h 6459417"/>
              <ns1:gd name="connsiteX18" fmla="*/ 6705779 w 6858000"/>
              <ns1:gd name="connsiteY18" fmla="*/ 117916 h 6459417"/>
              <ns1:gd name="connsiteX0-1" fmla="*/ 6858000 w 6941935"/>
              <ns1:gd name="connsiteY0-2" fmla="*/ 56823 h 6516240"/>
              <ns1:gd name="connsiteX1-3" fmla="*/ 6858000 w 6941935"/>
              <ns1:gd name="connsiteY1-4" fmla="*/ 1732102 h 6516240"/>
              <ns1:gd name="connsiteX2-5" fmla="*/ 6858000 w 6941935"/>
              <ns1:gd name="connsiteY2-6" fmla="*/ 1876524 h 6516240"/>
              <ns1:gd name="connsiteX3-7" fmla="*/ 6858000 w 6941935"/>
              <ns1:gd name="connsiteY3-8" fmla="*/ 2335590 h 6516240"/>
              <ns1:gd name="connsiteX4-9" fmla="*/ 6858000 w 6941935"/>
              <ns1:gd name="connsiteY4-10" fmla="*/ 4010869 h 6516240"/>
              <ns1:gd name="connsiteX5-11" fmla="*/ 6858000 w 6941935"/>
              <ns1:gd name="connsiteY5-12" fmla="*/ 4155291 h 6516240"/>
              <ns1:gd name="connsiteX6-13" fmla="*/ 6858000 w 6941935"/>
              <ns1:gd name="connsiteY6-14" fmla="*/ 4237473 h 6516240"/>
              <ns1:gd name="connsiteX7-15" fmla="*/ 6858000 w 6941935"/>
              <ns1:gd name="connsiteY7-16" fmla="*/ 6516240 h 6516240"/>
              <ns1:gd name="connsiteX8-17" fmla="*/ 0 w 6941935"/>
              <ns1:gd name="connsiteY8-18" fmla="*/ 6516240 h 6516240"/>
              <ns1:gd name="connsiteX9-19" fmla="*/ 0 w 6941935"/>
              <ns1:gd name="connsiteY9-20" fmla="*/ 4237473 h 6516240"/>
              <ns1:gd name="connsiteX10-21" fmla="*/ 0 w 6941935"/>
              <ns1:gd name="connsiteY10-22" fmla="*/ 4155291 h 6516240"/>
              <ns1:gd name="connsiteX11-23" fmla="*/ 0 w 6941935"/>
              <ns1:gd name="connsiteY11-24" fmla="*/ 4010869 h 6516240"/>
              <ns1:gd name="connsiteX12-25" fmla="*/ 0 w 6941935"/>
              <ns1:gd name="connsiteY12-26" fmla="*/ 3352747 h 6516240"/>
              <ns1:gd name="connsiteX13-27" fmla="*/ 0 w 6941935"/>
              <ns1:gd name="connsiteY13-28" fmla="*/ 1876524 h 6516240"/>
              <ns1:gd name="connsiteX14-29" fmla="*/ 0 w 6941935"/>
              <ns1:gd name="connsiteY14-30" fmla="*/ 1732102 h 6516240"/>
              <ns1:gd name="connsiteX15-31" fmla="*/ 0 w 6941935"/>
              <ns1:gd name="connsiteY15-32" fmla="*/ 1073980 h 6516240"/>
              <ns1:gd name="connsiteX16-33" fmla="*/ 227535 w 6941935"/>
              <ns1:gd name="connsiteY16-34" fmla="*/ 1223081 h 6516240"/>
              <ns1:gd name="connsiteX17-35" fmla="*/ 6270374 w 6941935"/>
              <ns1:gd name="connsiteY17-36" fmla="*/ 468824 h 6516240"/>
              <ns1:gd name="connsiteX18-37" fmla="*/ 6858000 w 6941935"/>
              <ns1:gd name="connsiteY18-38" fmla="*/ 56823 h 6516240"/>
              <ns1:gd name="connsiteX0-39" fmla="*/ 6858000 w 6858000"/>
              <ns1:gd name="connsiteY0-40" fmla="*/ 4734 h 6464151"/>
              <ns1:gd name="connsiteX1-41" fmla="*/ 6858000 w 6858000"/>
              <ns1:gd name="connsiteY1-42" fmla="*/ 1680013 h 6464151"/>
              <ns1:gd name="connsiteX2-43" fmla="*/ 6858000 w 6858000"/>
              <ns1:gd name="connsiteY2-44" fmla="*/ 1824435 h 6464151"/>
              <ns1:gd name="connsiteX3-45" fmla="*/ 6858000 w 6858000"/>
              <ns1:gd name="connsiteY3-46" fmla="*/ 2283501 h 6464151"/>
              <ns1:gd name="connsiteX4-47" fmla="*/ 6858000 w 6858000"/>
              <ns1:gd name="connsiteY4-48" fmla="*/ 3958780 h 6464151"/>
              <ns1:gd name="connsiteX5-49" fmla="*/ 6858000 w 6858000"/>
              <ns1:gd name="connsiteY5-50" fmla="*/ 4103202 h 6464151"/>
              <ns1:gd name="connsiteX6-51" fmla="*/ 6858000 w 6858000"/>
              <ns1:gd name="connsiteY6-52" fmla="*/ 4185384 h 6464151"/>
              <ns1:gd name="connsiteX7-53" fmla="*/ 6858000 w 6858000"/>
              <ns1:gd name="connsiteY7-54" fmla="*/ 6464151 h 6464151"/>
              <ns1:gd name="connsiteX8-55" fmla="*/ 0 w 6858000"/>
              <ns1:gd name="connsiteY8-56" fmla="*/ 6464151 h 6464151"/>
              <ns1:gd name="connsiteX9-57" fmla="*/ 0 w 6858000"/>
              <ns1:gd name="connsiteY9-58" fmla="*/ 4185384 h 6464151"/>
              <ns1:gd name="connsiteX10-59" fmla="*/ 0 w 6858000"/>
              <ns1:gd name="connsiteY10-60" fmla="*/ 4103202 h 6464151"/>
              <ns1:gd name="connsiteX11-61" fmla="*/ 0 w 6858000"/>
              <ns1:gd name="connsiteY11-62" fmla="*/ 3958780 h 6464151"/>
              <ns1:gd name="connsiteX12-63" fmla="*/ 0 w 6858000"/>
              <ns1:gd name="connsiteY12-64" fmla="*/ 3300658 h 6464151"/>
              <ns1:gd name="connsiteX13-65" fmla="*/ 0 w 6858000"/>
              <ns1:gd name="connsiteY13-66" fmla="*/ 1824435 h 6464151"/>
              <ns1:gd name="connsiteX14-67" fmla="*/ 0 w 6858000"/>
              <ns1:gd name="connsiteY14-68" fmla="*/ 1680013 h 6464151"/>
              <ns1:gd name="connsiteX15-69" fmla="*/ 0 w 6858000"/>
              <ns1:gd name="connsiteY15-70" fmla="*/ 1021891 h 6464151"/>
              <ns1:gd name="connsiteX16-71" fmla="*/ 227535 w 6858000"/>
              <ns1:gd name="connsiteY16-72" fmla="*/ 1170992 h 6464151"/>
              <ns1:gd name="connsiteX17-73" fmla="*/ 6858000 w 6858000"/>
              <ns1:gd name="connsiteY17-74" fmla="*/ 4734 h 6464151"/>
              <ns1:gd name="connsiteX0-75" fmla="*/ 6858000 w 6858000"/>
              <ns1:gd name="connsiteY0-76" fmla="*/ 0 h 6459417"/>
              <ns1:gd name="connsiteX1-77" fmla="*/ 6858000 w 6858000"/>
              <ns1:gd name="connsiteY1-78" fmla="*/ 1675279 h 6459417"/>
              <ns1:gd name="connsiteX2-79" fmla="*/ 6858000 w 6858000"/>
              <ns1:gd name="connsiteY2-80" fmla="*/ 1819701 h 6459417"/>
              <ns1:gd name="connsiteX3-81" fmla="*/ 6858000 w 6858000"/>
              <ns1:gd name="connsiteY3-82" fmla="*/ 2278767 h 6459417"/>
              <ns1:gd name="connsiteX4-83" fmla="*/ 6858000 w 6858000"/>
              <ns1:gd name="connsiteY4-84" fmla="*/ 3954046 h 6459417"/>
              <ns1:gd name="connsiteX5-85" fmla="*/ 6858000 w 6858000"/>
              <ns1:gd name="connsiteY5-86" fmla="*/ 4098468 h 6459417"/>
              <ns1:gd name="connsiteX6-87" fmla="*/ 6858000 w 6858000"/>
              <ns1:gd name="connsiteY6-88" fmla="*/ 4180650 h 6459417"/>
              <ns1:gd name="connsiteX7-89" fmla="*/ 6858000 w 6858000"/>
              <ns1:gd name="connsiteY7-90" fmla="*/ 6459417 h 6459417"/>
              <ns1:gd name="connsiteX8-91" fmla="*/ 0 w 6858000"/>
              <ns1:gd name="connsiteY8-92" fmla="*/ 6459417 h 6459417"/>
              <ns1:gd name="connsiteX9-93" fmla="*/ 0 w 6858000"/>
              <ns1:gd name="connsiteY9-94" fmla="*/ 4180650 h 6459417"/>
              <ns1:gd name="connsiteX10-95" fmla="*/ 0 w 6858000"/>
              <ns1:gd name="connsiteY10-96" fmla="*/ 4098468 h 6459417"/>
              <ns1:gd name="connsiteX11-97" fmla="*/ 0 w 6858000"/>
              <ns1:gd name="connsiteY11-98" fmla="*/ 3954046 h 6459417"/>
              <ns1:gd name="connsiteX12-99" fmla="*/ 0 w 6858000"/>
              <ns1:gd name="connsiteY12-100" fmla="*/ 3295924 h 6459417"/>
              <ns1:gd name="connsiteX13-101" fmla="*/ 0 w 6858000"/>
              <ns1:gd name="connsiteY13-102" fmla="*/ 1819701 h 6459417"/>
              <ns1:gd name="connsiteX14-103" fmla="*/ 0 w 6858000"/>
              <ns1:gd name="connsiteY14-104" fmla="*/ 1675279 h 6459417"/>
              <ns1:gd name="connsiteX15-105" fmla="*/ 0 w 6858000"/>
              <ns1:gd name="connsiteY15-106" fmla="*/ 1017157 h 6459417"/>
              <ns1:gd name="connsiteX16-107" fmla="*/ 227535 w 6858000"/>
              <ns1:gd name="connsiteY16-108" fmla="*/ 1166258 h 6459417"/>
              <ns1:gd name="connsiteX17-109" fmla="*/ 6858000 w 6858000"/>
              <ns1:gd name="connsiteY17-110" fmla="*/ 0 h 6459417"/>
              <ns1:gd name="connsiteX0-111" fmla="*/ 6858000 w 6858000"/>
              <ns1:gd name="connsiteY0-112" fmla="*/ 0 h 6459417"/>
              <ns1:gd name="connsiteX1-113" fmla="*/ 6858000 w 6858000"/>
              <ns1:gd name="connsiteY1-114" fmla="*/ 1675279 h 6459417"/>
              <ns1:gd name="connsiteX2-115" fmla="*/ 6858000 w 6858000"/>
              <ns1:gd name="connsiteY2-116" fmla="*/ 1819701 h 6459417"/>
              <ns1:gd name="connsiteX3-117" fmla="*/ 6858000 w 6858000"/>
              <ns1:gd name="connsiteY3-118" fmla="*/ 2278767 h 6459417"/>
              <ns1:gd name="connsiteX4-119" fmla="*/ 6858000 w 6858000"/>
              <ns1:gd name="connsiteY4-120" fmla="*/ 3954046 h 6459417"/>
              <ns1:gd name="connsiteX5-121" fmla="*/ 6858000 w 6858000"/>
              <ns1:gd name="connsiteY5-122" fmla="*/ 4098468 h 6459417"/>
              <ns1:gd name="connsiteX6-123" fmla="*/ 6858000 w 6858000"/>
              <ns1:gd name="connsiteY6-124" fmla="*/ 4180650 h 6459417"/>
              <ns1:gd name="connsiteX7-125" fmla="*/ 6858000 w 6858000"/>
              <ns1:gd name="connsiteY7-126" fmla="*/ 6459417 h 6459417"/>
              <ns1:gd name="connsiteX8-127" fmla="*/ 0 w 6858000"/>
              <ns1:gd name="connsiteY8-128" fmla="*/ 6459417 h 6459417"/>
              <ns1:gd name="connsiteX9-129" fmla="*/ 0 w 6858000"/>
              <ns1:gd name="connsiteY9-130" fmla="*/ 4180650 h 6459417"/>
              <ns1:gd name="connsiteX10-131" fmla="*/ 0 w 6858000"/>
              <ns1:gd name="connsiteY10-132" fmla="*/ 4098468 h 6459417"/>
              <ns1:gd name="connsiteX11-133" fmla="*/ 0 w 6858000"/>
              <ns1:gd name="connsiteY11-134" fmla="*/ 3954046 h 6459417"/>
              <ns1:gd name="connsiteX12-135" fmla="*/ 0 w 6858000"/>
              <ns1:gd name="connsiteY12-136" fmla="*/ 3295924 h 6459417"/>
              <ns1:gd name="connsiteX13-137" fmla="*/ 0 w 6858000"/>
              <ns1:gd name="connsiteY13-138" fmla="*/ 1819701 h 6459417"/>
              <ns1:gd name="connsiteX14-139" fmla="*/ 0 w 6858000"/>
              <ns1:gd name="connsiteY14-140" fmla="*/ 1675279 h 6459417"/>
              <ns1:gd name="connsiteX15-141" fmla="*/ 0 w 6858000"/>
              <ns1:gd name="connsiteY15-142" fmla="*/ 1017157 h 6459417"/>
              <ns1:gd name="connsiteX16-143" fmla="*/ 6858000 w 6858000"/>
              <ns1:gd name="connsiteY16-144" fmla="*/ 0 h 6459417"/>
              <ns1:gd name="connsiteX0-145" fmla="*/ 6858000 w 6858000"/>
              <ns1:gd name="connsiteY0-146" fmla="*/ 0 h 6459417"/>
              <ns1:gd name="connsiteX1-147" fmla="*/ 6858000 w 6858000"/>
              <ns1:gd name="connsiteY1-148" fmla="*/ 1675279 h 6459417"/>
              <ns1:gd name="connsiteX2-149" fmla="*/ 6858000 w 6858000"/>
              <ns1:gd name="connsiteY2-150" fmla="*/ 1819701 h 6459417"/>
              <ns1:gd name="connsiteX3-151" fmla="*/ 6858000 w 6858000"/>
              <ns1:gd name="connsiteY3-152" fmla="*/ 2278767 h 6459417"/>
              <ns1:gd name="connsiteX4-153" fmla="*/ 6858000 w 6858000"/>
              <ns1:gd name="connsiteY4-154" fmla="*/ 3954046 h 6459417"/>
              <ns1:gd name="connsiteX5-155" fmla="*/ 6858000 w 6858000"/>
              <ns1:gd name="connsiteY5-156" fmla="*/ 4098468 h 6459417"/>
              <ns1:gd name="connsiteX6-157" fmla="*/ 6858000 w 6858000"/>
              <ns1:gd name="connsiteY6-158" fmla="*/ 4180650 h 6459417"/>
              <ns1:gd name="connsiteX7-159" fmla="*/ 6858000 w 6858000"/>
              <ns1:gd name="connsiteY7-160" fmla="*/ 6459417 h 6459417"/>
              <ns1:gd name="connsiteX8-161" fmla="*/ 0 w 6858000"/>
              <ns1:gd name="connsiteY8-162" fmla="*/ 6459417 h 6459417"/>
              <ns1:gd name="connsiteX9-163" fmla="*/ 0 w 6858000"/>
              <ns1:gd name="connsiteY9-164" fmla="*/ 4180650 h 6459417"/>
              <ns1:gd name="connsiteX10-165" fmla="*/ 0 w 6858000"/>
              <ns1:gd name="connsiteY10-166" fmla="*/ 4098468 h 6459417"/>
              <ns1:gd name="connsiteX11-167" fmla="*/ 0 w 6858000"/>
              <ns1:gd name="connsiteY11-168" fmla="*/ 3954046 h 6459417"/>
              <ns1:gd name="connsiteX12-169" fmla="*/ 0 w 6858000"/>
              <ns1:gd name="connsiteY12-170" fmla="*/ 3295924 h 6459417"/>
              <ns1:gd name="connsiteX13-171" fmla="*/ 0 w 6858000"/>
              <ns1:gd name="connsiteY13-172" fmla="*/ 1819701 h 6459417"/>
              <ns1:gd name="connsiteX14-173" fmla="*/ 0 w 6858000"/>
              <ns1:gd name="connsiteY14-174" fmla="*/ 1675279 h 6459417"/>
              <ns1:gd name="connsiteX15-175" fmla="*/ 0 w 6858000"/>
              <ns1:gd name="connsiteY15-176" fmla="*/ 1017157 h 6459417"/>
              <ns1:gd name="connsiteX16-177" fmla="*/ 6858000 w 6858000"/>
              <ns1:gd name="connsiteY16-178" fmla="*/ 0 h 6459417"/>
              <ns1:gd name="connsiteX0-179" fmla="*/ 6858000 w 6858000"/>
              <ns1:gd name="connsiteY0-180" fmla="*/ 0 h 6459417"/>
              <ns1:gd name="connsiteX1-181" fmla="*/ 6858000 w 6858000"/>
              <ns1:gd name="connsiteY1-182" fmla="*/ 1675279 h 6459417"/>
              <ns1:gd name="connsiteX2-183" fmla="*/ 6858000 w 6858000"/>
              <ns1:gd name="connsiteY2-184" fmla="*/ 1819701 h 6459417"/>
              <ns1:gd name="connsiteX3-185" fmla="*/ 6858000 w 6858000"/>
              <ns1:gd name="connsiteY3-186" fmla="*/ 2278767 h 6459417"/>
              <ns1:gd name="connsiteX4-187" fmla="*/ 6858000 w 6858000"/>
              <ns1:gd name="connsiteY4-188" fmla="*/ 3954046 h 6459417"/>
              <ns1:gd name="connsiteX5-189" fmla="*/ 6858000 w 6858000"/>
              <ns1:gd name="connsiteY5-190" fmla="*/ 4098468 h 6459417"/>
              <ns1:gd name="connsiteX6-191" fmla="*/ 6858000 w 6858000"/>
              <ns1:gd name="connsiteY6-192" fmla="*/ 4180650 h 6459417"/>
              <ns1:gd name="connsiteX7-193" fmla="*/ 6858000 w 6858000"/>
              <ns1:gd name="connsiteY7-194" fmla="*/ 6459417 h 6459417"/>
              <ns1:gd name="connsiteX8-195" fmla="*/ 0 w 6858000"/>
              <ns1:gd name="connsiteY8-196" fmla="*/ 6459417 h 6459417"/>
              <ns1:gd name="connsiteX9-197" fmla="*/ 0 w 6858000"/>
              <ns1:gd name="connsiteY9-198" fmla="*/ 4180650 h 6459417"/>
              <ns1:gd name="connsiteX10-199" fmla="*/ 0 w 6858000"/>
              <ns1:gd name="connsiteY10-200" fmla="*/ 4098468 h 6459417"/>
              <ns1:gd name="connsiteX11-201" fmla="*/ 0 w 6858000"/>
              <ns1:gd name="connsiteY11-202" fmla="*/ 3954046 h 6459417"/>
              <ns1:gd name="connsiteX12-203" fmla="*/ 0 w 6858000"/>
              <ns1:gd name="connsiteY12-204" fmla="*/ 3295924 h 6459417"/>
              <ns1:gd name="connsiteX13-205" fmla="*/ 0 w 6858000"/>
              <ns1:gd name="connsiteY13-206" fmla="*/ 1819701 h 6459417"/>
              <ns1:gd name="connsiteX14-207" fmla="*/ 0 w 6858000"/>
              <ns1:gd name="connsiteY14-208" fmla="*/ 1675279 h 6459417"/>
              <ns1:gd name="connsiteX15-209" fmla="*/ 0 w 6858000"/>
              <ns1:gd name="connsiteY15-210" fmla="*/ 1017157 h 6459417"/>
              <ns1:gd name="connsiteX16-211" fmla="*/ 6858000 w 6858000"/>
              <ns1:gd name="connsiteY16-212" fmla="*/ 0 h 6459417"/>
              <ns1:gd name="connsiteX0-213" fmla="*/ 6858000 w 6858000"/>
              <ns1:gd name="connsiteY0-214" fmla="*/ 0 h 6459417"/>
              <ns1:gd name="connsiteX1-215" fmla="*/ 6858000 w 6858000"/>
              <ns1:gd name="connsiteY1-216" fmla="*/ 1675279 h 6459417"/>
              <ns1:gd name="connsiteX2-217" fmla="*/ 6858000 w 6858000"/>
              <ns1:gd name="connsiteY2-218" fmla="*/ 1819701 h 6459417"/>
              <ns1:gd name="connsiteX3-219" fmla="*/ 6858000 w 6858000"/>
              <ns1:gd name="connsiteY3-220" fmla="*/ 2278767 h 6459417"/>
              <ns1:gd name="connsiteX4-221" fmla="*/ 6858000 w 6858000"/>
              <ns1:gd name="connsiteY4-222" fmla="*/ 3954046 h 6459417"/>
              <ns1:gd name="connsiteX5-223" fmla="*/ 6858000 w 6858000"/>
              <ns1:gd name="connsiteY5-224" fmla="*/ 4098468 h 6459417"/>
              <ns1:gd name="connsiteX6-225" fmla="*/ 6858000 w 6858000"/>
              <ns1:gd name="connsiteY6-226" fmla="*/ 4180650 h 6459417"/>
              <ns1:gd name="connsiteX7-227" fmla="*/ 6858000 w 6858000"/>
              <ns1:gd name="connsiteY7-228" fmla="*/ 6459417 h 6459417"/>
              <ns1:gd name="connsiteX8-229" fmla="*/ 0 w 6858000"/>
              <ns1:gd name="connsiteY8-230" fmla="*/ 6459417 h 6459417"/>
              <ns1:gd name="connsiteX9-231" fmla="*/ 0 w 6858000"/>
              <ns1:gd name="connsiteY9-232" fmla="*/ 4180650 h 6459417"/>
              <ns1:gd name="connsiteX10-233" fmla="*/ 0 w 6858000"/>
              <ns1:gd name="connsiteY10-234" fmla="*/ 4098468 h 6459417"/>
              <ns1:gd name="connsiteX11-235" fmla="*/ 0 w 6858000"/>
              <ns1:gd name="connsiteY11-236" fmla="*/ 3954046 h 6459417"/>
              <ns1:gd name="connsiteX12-237" fmla="*/ 0 w 6858000"/>
              <ns1:gd name="connsiteY12-238" fmla="*/ 3295924 h 6459417"/>
              <ns1:gd name="connsiteX13-239" fmla="*/ 0 w 6858000"/>
              <ns1:gd name="connsiteY13-240" fmla="*/ 1819701 h 6459417"/>
              <ns1:gd name="connsiteX14-241" fmla="*/ 0 w 6858000"/>
              <ns1:gd name="connsiteY14-242" fmla="*/ 1675279 h 6459417"/>
              <ns1:gd name="connsiteX15-243" fmla="*/ 0 w 6858000"/>
              <ns1:gd name="connsiteY15-244" fmla="*/ 1017157 h 6459417"/>
              <ns1:gd name="connsiteX16-245" fmla="*/ 6858000 w 6858000"/>
              <ns1:gd name="connsiteY16-246" fmla="*/ 0 h 6459417"/>
              <ns1:gd name="connsiteX0-247" fmla="*/ 6858000 w 6858000"/>
              <ns1:gd name="connsiteY0-248" fmla="*/ 0 h 6459417"/>
              <ns1:gd name="connsiteX1-249" fmla="*/ 6858000 w 6858000"/>
              <ns1:gd name="connsiteY1-250" fmla="*/ 1675279 h 6459417"/>
              <ns1:gd name="connsiteX2-251" fmla="*/ 6858000 w 6858000"/>
              <ns1:gd name="connsiteY2-252" fmla="*/ 1819701 h 6459417"/>
              <ns1:gd name="connsiteX3-253" fmla="*/ 6858000 w 6858000"/>
              <ns1:gd name="connsiteY3-254" fmla="*/ 2278767 h 6459417"/>
              <ns1:gd name="connsiteX4-255" fmla="*/ 6858000 w 6858000"/>
              <ns1:gd name="connsiteY4-256" fmla="*/ 3954046 h 6459417"/>
              <ns1:gd name="connsiteX5-257" fmla="*/ 6858000 w 6858000"/>
              <ns1:gd name="connsiteY5-258" fmla="*/ 4098468 h 6459417"/>
              <ns1:gd name="connsiteX6-259" fmla="*/ 6858000 w 6858000"/>
              <ns1:gd name="connsiteY6-260" fmla="*/ 4180650 h 6459417"/>
              <ns1:gd name="connsiteX7-261" fmla="*/ 6858000 w 6858000"/>
              <ns1:gd name="connsiteY7-262" fmla="*/ 6459417 h 6459417"/>
              <ns1:gd name="connsiteX8-263" fmla="*/ 0 w 6858000"/>
              <ns1:gd name="connsiteY8-264" fmla="*/ 6459417 h 6459417"/>
              <ns1:gd name="connsiteX9-265" fmla="*/ 0 w 6858000"/>
              <ns1:gd name="connsiteY9-266" fmla="*/ 4180650 h 6459417"/>
              <ns1:gd name="connsiteX10-267" fmla="*/ 0 w 6858000"/>
              <ns1:gd name="connsiteY10-268" fmla="*/ 4098468 h 6459417"/>
              <ns1:gd name="connsiteX11-269" fmla="*/ 0 w 6858000"/>
              <ns1:gd name="connsiteY11-270" fmla="*/ 3954046 h 6459417"/>
              <ns1:gd name="connsiteX12-271" fmla="*/ 0 w 6858000"/>
              <ns1:gd name="connsiteY12-272" fmla="*/ 3295924 h 6459417"/>
              <ns1:gd name="connsiteX13-273" fmla="*/ 0 w 6858000"/>
              <ns1:gd name="connsiteY13-274" fmla="*/ 1819701 h 6459417"/>
              <ns1:gd name="connsiteX14-275" fmla="*/ 0 w 6858000"/>
              <ns1:gd name="connsiteY14-276" fmla="*/ 1675279 h 6459417"/>
              <ns1:gd name="connsiteX15-277" fmla="*/ 0 w 6858000"/>
              <ns1:gd name="connsiteY15-278" fmla="*/ 1017157 h 6459417"/>
              <ns1:gd name="connsiteX16-279" fmla="*/ 6858000 w 6858000"/>
              <ns1:gd name="connsiteY16-280" fmla="*/ 0 h 6459417"/>
              <ns1:gd name="connsiteX0-281" fmla="*/ 6858000 w 6858000"/>
              <ns1:gd name="connsiteY0-282" fmla="*/ 0 h 6459417"/>
              <ns1:gd name="connsiteX1-283" fmla="*/ 6858000 w 6858000"/>
              <ns1:gd name="connsiteY1-284" fmla="*/ 1675279 h 6459417"/>
              <ns1:gd name="connsiteX2-285" fmla="*/ 6858000 w 6858000"/>
              <ns1:gd name="connsiteY2-286" fmla="*/ 1819701 h 6459417"/>
              <ns1:gd name="connsiteX3-287" fmla="*/ 6858000 w 6858000"/>
              <ns1:gd name="connsiteY3-288" fmla="*/ 2278767 h 6459417"/>
              <ns1:gd name="connsiteX4-289" fmla="*/ 6858000 w 6858000"/>
              <ns1:gd name="connsiteY4-290" fmla="*/ 3954046 h 6459417"/>
              <ns1:gd name="connsiteX5-291" fmla="*/ 6858000 w 6858000"/>
              <ns1:gd name="connsiteY5-292" fmla="*/ 4098468 h 6459417"/>
              <ns1:gd name="connsiteX6-293" fmla="*/ 6858000 w 6858000"/>
              <ns1:gd name="connsiteY6-294" fmla="*/ 4180650 h 6459417"/>
              <ns1:gd name="connsiteX7-295" fmla="*/ 6858000 w 6858000"/>
              <ns1:gd name="connsiteY7-296" fmla="*/ 6459417 h 6459417"/>
              <ns1:gd name="connsiteX8-297" fmla="*/ 0 w 6858000"/>
              <ns1:gd name="connsiteY8-298" fmla="*/ 6459417 h 6459417"/>
              <ns1:gd name="connsiteX9-299" fmla="*/ 0 w 6858000"/>
              <ns1:gd name="connsiteY9-300" fmla="*/ 4180650 h 6459417"/>
              <ns1:gd name="connsiteX10-301" fmla="*/ 0 w 6858000"/>
              <ns1:gd name="connsiteY10-302" fmla="*/ 4098468 h 6459417"/>
              <ns1:gd name="connsiteX11-303" fmla="*/ 0 w 6858000"/>
              <ns1:gd name="connsiteY11-304" fmla="*/ 3954046 h 6459417"/>
              <ns1:gd name="connsiteX12-305" fmla="*/ 0 w 6858000"/>
              <ns1:gd name="connsiteY12-306" fmla="*/ 3295924 h 6459417"/>
              <ns1:gd name="connsiteX13-307" fmla="*/ 0 w 6858000"/>
              <ns1:gd name="connsiteY13-308" fmla="*/ 1819701 h 6459417"/>
              <ns1:gd name="connsiteX14-309" fmla="*/ 0 w 6858000"/>
              <ns1:gd name="connsiteY14-310" fmla="*/ 1675279 h 6459417"/>
              <ns1:gd name="connsiteX15-311" fmla="*/ 0 w 6858000"/>
              <ns1:gd name="connsiteY15-312" fmla="*/ 1017157 h 6459417"/>
              <ns1:gd name="connsiteX16-313" fmla="*/ 6858000 w 6858000"/>
              <ns1:gd name="connsiteY16-314" fmla="*/ 0 h 6459417"/>
              <ns1:gd name="connsiteX0-315" fmla="*/ 6858000 w 6858000"/>
              <ns1:gd name="connsiteY0-316" fmla="*/ 0 h 6459417"/>
              <ns1:gd name="connsiteX1-317" fmla="*/ 6858000 w 6858000"/>
              <ns1:gd name="connsiteY1-318" fmla="*/ 1675279 h 6459417"/>
              <ns1:gd name="connsiteX2-319" fmla="*/ 6858000 w 6858000"/>
              <ns1:gd name="connsiteY2-320" fmla="*/ 1819701 h 6459417"/>
              <ns1:gd name="connsiteX3-321" fmla="*/ 6858000 w 6858000"/>
              <ns1:gd name="connsiteY3-322" fmla="*/ 2278767 h 6459417"/>
              <ns1:gd name="connsiteX4-323" fmla="*/ 6858000 w 6858000"/>
              <ns1:gd name="connsiteY4-324" fmla="*/ 3954046 h 6459417"/>
              <ns1:gd name="connsiteX5-325" fmla="*/ 6858000 w 6858000"/>
              <ns1:gd name="connsiteY5-326" fmla="*/ 4098468 h 6459417"/>
              <ns1:gd name="connsiteX6-327" fmla="*/ 6858000 w 6858000"/>
              <ns1:gd name="connsiteY6-328" fmla="*/ 4180650 h 6459417"/>
              <ns1:gd name="connsiteX7-329" fmla="*/ 6858000 w 6858000"/>
              <ns1:gd name="connsiteY7-330" fmla="*/ 6459417 h 6459417"/>
              <ns1:gd name="connsiteX8-331" fmla="*/ 0 w 6858000"/>
              <ns1:gd name="connsiteY8-332" fmla="*/ 6459417 h 6459417"/>
              <ns1:gd name="connsiteX9-333" fmla="*/ 0 w 6858000"/>
              <ns1:gd name="connsiteY9-334" fmla="*/ 4180650 h 6459417"/>
              <ns1:gd name="connsiteX10-335" fmla="*/ 0 w 6858000"/>
              <ns1:gd name="connsiteY10-336" fmla="*/ 4098468 h 6459417"/>
              <ns1:gd name="connsiteX11-337" fmla="*/ 0 w 6858000"/>
              <ns1:gd name="connsiteY11-338" fmla="*/ 3954046 h 6459417"/>
              <ns1:gd name="connsiteX12-339" fmla="*/ 0 w 6858000"/>
              <ns1:gd name="connsiteY12-340" fmla="*/ 3295924 h 6459417"/>
              <ns1:gd name="connsiteX13-341" fmla="*/ 0 w 6858000"/>
              <ns1:gd name="connsiteY13-342" fmla="*/ 1819701 h 6459417"/>
              <ns1:gd name="connsiteX14-343" fmla="*/ 0 w 6858000"/>
              <ns1:gd name="connsiteY14-344" fmla="*/ 1675279 h 6459417"/>
              <ns1:gd name="connsiteX15-345" fmla="*/ 0 w 6858000"/>
              <ns1:gd name="connsiteY15-346" fmla="*/ 1017157 h 6459417"/>
              <ns1:gd name="connsiteX16-347" fmla="*/ 6858000 w 6858000"/>
              <ns1:gd name="connsiteY16-348" fmla="*/ 0 h 6459417"/>
              <ns1:gd name="connsiteX0-349" fmla="*/ 6858000 w 6858000"/>
              <ns1:gd name="connsiteY0-350" fmla="*/ 0 h 6459417"/>
              <ns1:gd name="connsiteX1-351" fmla="*/ 6858000 w 6858000"/>
              <ns1:gd name="connsiteY1-352" fmla="*/ 1675279 h 6459417"/>
              <ns1:gd name="connsiteX2-353" fmla="*/ 6858000 w 6858000"/>
              <ns1:gd name="connsiteY2-354" fmla="*/ 1819701 h 6459417"/>
              <ns1:gd name="connsiteX3-355" fmla="*/ 6858000 w 6858000"/>
              <ns1:gd name="connsiteY3-356" fmla="*/ 2278767 h 6459417"/>
              <ns1:gd name="connsiteX4-357" fmla="*/ 6858000 w 6858000"/>
              <ns1:gd name="connsiteY4-358" fmla="*/ 3954046 h 6459417"/>
              <ns1:gd name="connsiteX5-359" fmla="*/ 6858000 w 6858000"/>
              <ns1:gd name="connsiteY5-360" fmla="*/ 4098468 h 6459417"/>
              <ns1:gd name="connsiteX6-361" fmla="*/ 6858000 w 6858000"/>
              <ns1:gd name="connsiteY6-362" fmla="*/ 4180650 h 6459417"/>
              <ns1:gd name="connsiteX7-363" fmla="*/ 6858000 w 6858000"/>
              <ns1:gd name="connsiteY7-364" fmla="*/ 6459417 h 6459417"/>
              <ns1:gd name="connsiteX8-365" fmla="*/ 0 w 6858000"/>
              <ns1:gd name="connsiteY8-366" fmla="*/ 6459417 h 6459417"/>
              <ns1:gd name="connsiteX9-367" fmla="*/ 0 w 6858000"/>
              <ns1:gd name="connsiteY9-368" fmla="*/ 4180650 h 6459417"/>
              <ns1:gd name="connsiteX10-369" fmla="*/ 0 w 6858000"/>
              <ns1:gd name="connsiteY10-370" fmla="*/ 4098468 h 6459417"/>
              <ns1:gd name="connsiteX11-371" fmla="*/ 0 w 6858000"/>
              <ns1:gd name="connsiteY11-372" fmla="*/ 3954046 h 6459417"/>
              <ns1:gd name="connsiteX12-373" fmla="*/ 0 w 6858000"/>
              <ns1:gd name="connsiteY12-374" fmla="*/ 3295924 h 6459417"/>
              <ns1:gd name="connsiteX13-375" fmla="*/ 0 w 6858000"/>
              <ns1:gd name="connsiteY13-376" fmla="*/ 1819701 h 6459417"/>
              <ns1:gd name="connsiteX14-377" fmla="*/ 0 w 6858000"/>
              <ns1:gd name="connsiteY14-378" fmla="*/ 1675279 h 6459417"/>
              <ns1:gd name="connsiteX15-379" fmla="*/ 0 w 6858000"/>
              <ns1:gd name="connsiteY15-380" fmla="*/ 1017157 h 6459417"/>
              <ns1:gd name="connsiteX16-381" fmla="*/ 6858000 w 6858000"/>
              <ns1:gd name="connsiteY16-382" fmla="*/ 0 h 6459417"/>
              <ns1:gd name="connsiteX0-383" fmla="*/ 6858000 w 6858000"/>
              <ns1:gd name="connsiteY0-384" fmla="*/ 0 h 6459417"/>
              <ns1:gd name="connsiteX1-385" fmla="*/ 6858000 w 6858000"/>
              <ns1:gd name="connsiteY1-386" fmla="*/ 1675279 h 6459417"/>
              <ns1:gd name="connsiteX2-387" fmla="*/ 6858000 w 6858000"/>
              <ns1:gd name="connsiteY2-388" fmla="*/ 1819701 h 6459417"/>
              <ns1:gd name="connsiteX3-389" fmla="*/ 6858000 w 6858000"/>
              <ns1:gd name="connsiteY3-390" fmla="*/ 2278767 h 6459417"/>
              <ns1:gd name="connsiteX4-391" fmla="*/ 6858000 w 6858000"/>
              <ns1:gd name="connsiteY4-392" fmla="*/ 3954046 h 6459417"/>
              <ns1:gd name="connsiteX5-393" fmla="*/ 6858000 w 6858000"/>
              <ns1:gd name="connsiteY5-394" fmla="*/ 4098468 h 6459417"/>
              <ns1:gd name="connsiteX6-395" fmla="*/ 6858000 w 6858000"/>
              <ns1:gd name="connsiteY6-396" fmla="*/ 4180650 h 6459417"/>
              <ns1:gd name="connsiteX7-397" fmla="*/ 6858000 w 6858000"/>
              <ns1:gd name="connsiteY7-398" fmla="*/ 6459417 h 6459417"/>
              <ns1:gd name="connsiteX8-399" fmla="*/ 0 w 6858000"/>
              <ns1:gd name="connsiteY8-400" fmla="*/ 6459417 h 6459417"/>
              <ns1:gd name="connsiteX9-401" fmla="*/ 0 w 6858000"/>
              <ns1:gd name="connsiteY9-402" fmla="*/ 4180650 h 6459417"/>
              <ns1:gd name="connsiteX10-403" fmla="*/ 0 w 6858000"/>
              <ns1:gd name="connsiteY10-404" fmla="*/ 4098468 h 6459417"/>
              <ns1:gd name="connsiteX11-405" fmla="*/ 0 w 6858000"/>
              <ns1:gd name="connsiteY11-406" fmla="*/ 3954046 h 6459417"/>
              <ns1:gd name="connsiteX12-407" fmla="*/ 0 w 6858000"/>
              <ns1:gd name="connsiteY12-408" fmla="*/ 3295924 h 6459417"/>
              <ns1:gd name="connsiteX13-409" fmla="*/ 0 w 6858000"/>
              <ns1:gd name="connsiteY13-410" fmla="*/ 1819701 h 6459417"/>
              <ns1:gd name="connsiteX14-411" fmla="*/ 0 w 6858000"/>
              <ns1:gd name="connsiteY14-412" fmla="*/ 1675279 h 6459417"/>
              <ns1:gd name="connsiteX15-413" fmla="*/ 0 w 6858000"/>
              <ns1:gd name="connsiteY15-414" fmla="*/ 1017157 h 6459417"/>
              <ns1:gd name="connsiteX16-415" fmla="*/ 6858000 w 6858000"/>
              <ns1:gd name="connsiteY16-416" fmla="*/ 0 h 6459417"/>
              <ns1:gd name="connsiteX0-417" fmla="*/ 6858003 w 6858003"/>
              <ns1:gd name="connsiteY0-418" fmla="*/ 0 h 6735189"/>
              <ns1:gd name="connsiteX1-419" fmla="*/ 6858000 w 6858003"/>
              <ns1:gd name="connsiteY1-420" fmla="*/ 1951051 h 6735189"/>
              <ns1:gd name="connsiteX2-421" fmla="*/ 6858000 w 6858003"/>
              <ns1:gd name="connsiteY2-422" fmla="*/ 2095473 h 6735189"/>
              <ns1:gd name="connsiteX3-423" fmla="*/ 6858000 w 6858003"/>
              <ns1:gd name="connsiteY3-424" fmla="*/ 2554539 h 6735189"/>
              <ns1:gd name="connsiteX4-425" fmla="*/ 6858000 w 6858003"/>
              <ns1:gd name="connsiteY4-426" fmla="*/ 4229818 h 6735189"/>
              <ns1:gd name="connsiteX5-427" fmla="*/ 6858000 w 6858003"/>
              <ns1:gd name="connsiteY5-428" fmla="*/ 4374240 h 6735189"/>
              <ns1:gd name="connsiteX6-429" fmla="*/ 6858000 w 6858003"/>
              <ns1:gd name="connsiteY6-430" fmla="*/ 4456422 h 6735189"/>
              <ns1:gd name="connsiteX7-431" fmla="*/ 6858000 w 6858003"/>
              <ns1:gd name="connsiteY7-432" fmla="*/ 6735189 h 6735189"/>
              <ns1:gd name="connsiteX8-433" fmla="*/ 0 w 6858003"/>
              <ns1:gd name="connsiteY8-434" fmla="*/ 6735189 h 6735189"/>
              <ns1:gd name="connsiteX9-435" fmla="*/ 0 w 6858003"/>
              <ns1:gd name="connsiteY9-436" fmla="*/ 4456422 h 6735189"/>
              <ns1:gd name="connsiteX10-437" fmla="*/ 0 w 6858003"/>
              <ns1:gd name="connsiteY10-438" fmla="*/ 4374240 h 6735189"/>
              <ns1:gd name="connsiteX11-439" fmla="*/ 0 w 6858003"/>
              <ns1:gd name="connsiteY11-440" fmla="*/ 4229818 h 6735189"/>
              <ns1:gd name="connsiteX12-441" fmla="*/ 0 w 6858003"/>
              <ns1:gd name="connsiteY12-442" fmla="*/ 3571696 h 6735189"/>
              <ns1:gd name="connsiteX13-443" fmla="*/ 0 w 6858003"/>
              <ns1:gd name="connsiteY13-444" fmla="*/ 2095473 h 6735189"/>
              <ns1:gd name="connsiteX14-445" fmla="*/ 0 w 6858003"/>
              <ns1:gd name="connsiteY14-446" fmla="*/ 1951051 h 6735189"/>
              <ns1:gd name="connsiteX15-447" fmla="*/ 0 w 6858003"/>
              <ns1:gd name="connsiteY15-448" fmla="*/ 1292929 h 6735189"/>
              <ns1:gd name="connsiteX16-449" fmla="*/ 6858003 w 6858003"/>
              <ns1:gd name="connsiteY16-450" fmla="*/ 0 h 6735189"/>
              <ns1:gd name="connsiteX0-451" fmla="*/ 6858003 w 6858003"/>
              <ns1:gd name="connsiteY0-452" fmla="*/ 0 h 6735189"/>
              <ns1:gd name="connsiteX1-453" fmla="*/ 6858000 w 6858003"/>
              <ns1:gd name="connsiteY1-454" fmla="*/ 1951051 h 6735189"/>
              <ns1:gd name="connsiteX2-455" fmla="*/ 6858000 w 6858003"/>
              <ns1:gd name="connsiteY2-456" fmla="*/ 2095473 h 6735189"/>
              <ns1:gd name="connsiteX3-457" fmla="*/ 6858000 w 6858003"/>
              <ns1:gd name="connsiteY3-458" fmla="*/ 2554539 h 6735189"/>
              <ns1:gd name="connsiteX4-459" fmla="*/ 6858000 w 6858003"/>
              <ns1:gd name="connsiteY4-460" fmla="*/ 4229818 h 6735189"/>
              <ns1:gd name="connsiteX5-461" fmla="*/ 6858000 w 6858003"/>
              <ns1:gd name="connsiteY5-462" fmla="*/ 4374240 h 6735189"/>
              <ns1:gd name="connsiteX6-463" fmla="*/ 6858000 w 6858003"/>
              <ns1:gd name="connsiteY6-464" fmla="*/ 4456422 h 6735189"/>
              <ns1:gd name="connsiteX7-465" fmla="*/ 6858000 w 6858003"/>
              <ns1:gd name="connsiteY7-466" fmla="*/ 6735189 h 6735189"/>
              <ns1:gd name="connsiteX8-467" fmla="*/ 0 w 6858003"/>
              <ns1:gd name="connsiteY8-468" fmla="*/ 6735189 h 6735189"/>
              <ns1:gd name="connsiteX9-469" fmla="*/ 0 w 6858003"/>
              <ns1:gd name="connsiteY9-470" fmla="*/ 4456422 h 6735189"/>
              <ns1:gd name="connsiteX10-471" fmla="*/ 0 w 6858003"/>
              <ns1:gd name="connsiteY10-472" fmla="*/ 4374240 h 6735189"/>
              <ns1:gd name="connsiteX11-473" fmla="*/ 0 w 6858003"/>
              <ns1:gd name="connsiteY11-474" fmla="*/ 4229818 h 6735189"/>
              <ns1:gd name="connsiteX12-475" fmla="*/ 0 w 6858003"/>
              <ns1:gd name="connsiteY12-476" fmla="*/ 3571696 h 6735189"/>
              <ns1:gd name="connsiteX13-477" fmla="*/ 0 w 6858003"/>
              <ns1:gd name="connsiteY13-478" fmla="*/ 2095473 h 6735189"/>
              <ns1:gd name="connsiteX14-479" fmla="*/ 0 w 6858003"/>
              <ns1:gd name="connsiteY14-480" fmla="*/ 1951051 h 6735189"/>
              <ns1:gd name="connsiteX15-481" fmla="*/ 0 w 6858003"/>
              <ns1:gd name="connsiteY15-482" fmla="*/ 1292929 h 6735189"/>
              <ns1:gd name="connsiteX16-483" fmla="*/ 6858003 w 6858003"/>
              <ns1:gd name="connsiteY16-484" fmla="*/ 0 h 6735189"/>
              <ns1:gd name="connsiteX0-485" fmla="*/ 6858003 w 6858003"/>
              <ns1:gd name="connsiteY0-486" fmla="*/ 0 h 6735189"/>
              <ns1:gd name="connsiteX1-487" fmla="*/ 6858000 w 6858003"/>
              <ns1:gd name="connsiteY1-488" fmla="*/ 1951051 h 6735189"/>
              <ns1:gd name="connsiteX2-489" fmla="*/ 6858000 w 6858003"/>
              <ns1:gd name="connsiteY2-490" fmla="*/ 2095473 h 6735189"/>
              <ns1:gd name="connsiteX3-491" fmla="*/ 6858000 w 6858003"/>
              <ns1:gd name="connsiteY3-492" fmla="*/ 2554539 h 6735189"/>
              <ns1:gd name="connsiteX4-493" fmla="*/ 6858000 w 6858003"/>
              <ns1:gd name="connsiteY4-494" fmla="*/ 4229818 h 6735189"/>
              <ns1:gd name="connsiteX5-495" fmla="*/ 6858000 w 6858003"/>
              <ns1:gd name="connsiteY5-496" fmla="*/ 4374240 h 6735189"/>
              <ns1:gd name="connsiteX6-497" fmla="*/ 6858000 w 6858003"/>
              <ns1:gd name="connsiteY6-498" fmla="*/ 4456422 h 6735189"/>
              <ns1:gd name="connsiteX7-499" fmla="*/ 6858000 w 6858003"/>
              <ns1:gd name="connsiteY7-500" fmla="*/ 6735189 h 6735189"/>
              <ns1:gd name="connsiteX8-501" fmla="*/ 0 w 6858003"/>
              <ns1:gd name="connsiteY8-502" fmla="*/ 6735189 h 6735189"/>
              <ns1:gd name="connsiteX9-503" fmla="*/ 0 w 6858003"/>
              <ns1:gd name="connsiteY9-504" fmla="*/ 4456422 h 6735189"/>
              <ns1:gd name="connsiteX10-505" fmla="*/ 0 w 6858003"/>
              <ns1:gd name="connsiteY10-506" fmla="*/ 4374240 h 6735189"/>
              <ns1:gd name="connsiteX11-507" fmla="*/ 0 w 6858003"/>
              <ns1:gd name="connsiteY11-508" fmla="*/ 4229818 h 6735189"/>
              <ns1:gd name="connsiteX12-509" fmla="*/ 0 w 6858003"/>
              <ns1:gd name="connsiteY12-510" fmla="*/ 3571696 h 6735189"/>
              <ns1:gd name="connsiteX13-511" fmla="*/ 0 w 6858003"/>
              <ns1:gd name="connsiteY13-512" fmla="*/ 2095473 h 6735189"/>
              <ns1:gd name="connsiteX14-513" fmla="*/ 0 w 6858003"/>
              <ns1:gd name="connsiteY14-514" fmla="*/ 1951051 h 6735189"/>
              <ns1:gd name="connsiteX15-515" fmla="*/ 0 w 6858003"/>
              <ns1:gd name="connsiteY15-516" fmla="*/ 1292929 h 6735189"/>
              <ns1:gd name="connsiteX16-517" fmla="*/ 6858003 w 6858003"/>
              <ns1:gd name="connsiteY16-518" fmla="*/ 0 h 6735189"/>
              <ns1:gd name="connsiteX0-519" fmla="*/ 6858003 w 6858003"/>
              <ns1:gd name="connsiteY0-520" fmla="*/ 0 h 6735189"/>
              <ns1:gd name="connsiteX1-521" fmla="*/ 6858000 w 6858003"/>
              <ns1:gd name="connsiteY1-522" fmla="*/ 1951051 h 6735189"/>
              <ns1:gd name="connsiteX2-523" fmla="*/ 6858000 w 6858003"/>
              <ns1:gd name="connsiteY2-524" fmla="*/ 2095473 h 6735189"/>
              <ns1:gd name="connsiteX3-525" fmla="*/ 6858000 w 6858003"/>
              <ns1:gd name="connsiteY3-526" fmla="*/ 2554539 h 6735189"/>
              <ns1:gd name="connsiteX4-527" fmla="*/ 6858000 w 6858003"/>
              <ns1:gd name="connsiteY4-528" fmla="*/ 4229818 h 6735189"/>
              <ns1:gd name="connsiteX5-529" fmla="*/ 6858000 w 6858003"/>
              <ns1:gd name="connsiteY5-530" fmla="*/ 4374240 h 6735189"/>
              <ns1:gd name="connsiteX6-531" fmla="*/ 6858000 w 6858003"/>
              <ns1:gd name="connsiteY6-532" fmla="*/ 4456422 h 6735189"/>
              <ns1:gd name="connsiteX7-533" fmla="*/ 6858000 w 6858003"/>
              <ns1:gd name="connsiteY7-534" fmla="*/ 6735189 h 6735189"/>
              <ns1:gd name="connsiteX8-535" fmla="*/ 0 w 6858003"/>
              <ns1:gd name="connsiteY8-536" fmla="*/ 6735189 h 6735189"/>
              <ns1:gd name="connsiteX9-537" fmla="*/ 0 w 6858003"/>
              <ns1:gd name="connsiteY9-538" fmla="*/ 4456422 h 6735189"/>
              <ns1:gd name="connsiteX10-539" fmla="*/ 0 w 6858003"/>
              <ns1:gd name="connsiteY10-540" fmla="*/ 4374240 h 6735189"/>
              <ns1:gd name="connsiteX11-541" fmla="*/ 0 w 6858003"/>
              <ns1:gd name="connsiteY11-542" fmla="*/ 4229818 h 6735189"/>
              <ns1:gd name="connsiteX12-543" fmla="*/ 0 w 6858003"/>
              <ns1:gd name="connsiteY12-544" fmla="*/ 3571696 h 6735189"/>
              <ns1:gd name="connsiteX13-545" fmla="*/ 0 w 6858003"/>
              <ns1:gd name="connsiteY13-546" fmla="*/ 2095473 h 6735189"/>
              <ns1:gd name="connsiteX14-547" fmla="*/ 0 w 6858003"/>
              <ns1:gd name="connsiteY14-548" fmla="*/ 1951051 h 6735189"/>
              <ns1:gd name="connsiteX15-549" fmla="*/ 0 w 6858003"/>
              <ns1:gd name="connsiteY15-550" fmla="*/ 1292929 h 6735189"/>
              <ns1:gd name="connsiteX16-551" fmla="*/ 6858003 w 6858003"/>
              <ns1:gd name="connsiteY16-552" fmla="*/ 0 h 6735189"/>
              <ns1:gd name="connsiteX0-553" fmla="*/ 6858003 w 6858003"/>
              <ns1:gd name="connsiteY0-554" fmla="*/ 0 h 6735189"/>
              <ns1:gd name="connsiteX1-555" fmla="*/ 6858000 w 6858003"/>
              <ns1:gd name="connsiteY1-556" fmla="*/ 1951051 h 6735189"/>
              <ns1:gd name="connsiteX2-557" fmla="*/ 6858000 w 6858003"/>
              <ns1:gd name="connsiteY2-558" fmla="*/ 2095473 h 6735189"/>
              <ns1:gd name="connsiteX3-559" fmla="*/ 6858000 w 6858003"/>
              <ns1:gd name="connsiteY3-560" fmla="*/ 2554539 h 6735189"/>
              <ns1:gd name="connsiteX4-561" fmla="*/ 6858000 w 6858003"/>
              <ns1:gd name="connsiteY4-562" fmla="*/ 4229818 h 6735189"/>
              <ns1:gd name="connsiteX5-563" fmla="*/ 6858000 w 6858003"/>
              <ns1:gd name="connsiteY5-564" fmla="*/ 4374240 h 6735189"/>
              <ns1:gd name="connsiteX6-565" fmla="*/ 6858000 w 6858003"/>
              <ns1:gd name="connsiteY6-566" fmla="*/ 4456422 h 6735189"/>
              <ns1:gd name="connsiteX7-567" fmla="*/ 6858000 w 6858003"/>
              <ns1:gd name="connsiteY7-568" fmla="*/ 6735189 h 6735189"/>
              <ns1:gd name="connsiteX8-569" fmla="*/ 0 w 6858003"/>
              <ns1:gd name="connsiteY8-570" fmla="*/ 6735189 h 6735189"/>
              <ns1:gd name="connsiteX9-571" fmla="*/ 0 w 6858003"/>
              <ns1:gd name="connsiteY9-572" fmla="*/ 4456422 h 6735189"/>
              <ns1:gd name="connsiteX10-573" fmla="*/ 0 w 6858003"/>
              <ns1:gd name="connsiteY10-574" fmla="*/ 4374240 h 6735189"/>
              <ns1:gd name="connsiteX11-575" fmla="*/ 0 w 6858003"/>
              <ns1:gd name="connsiteY11-576" fmla="*/ 4229818 h 6735189"/>
              <ns1:gd name="connsiteX12-577" fmla="*/ 0 w 6858003"/>
              <ns1:gd name="connsiteY12-578" fmla="*/ 3571696 h 6735189"/>
              <ns1:gd name="connsiteX13-579" fmla="*/ 0 w 6858003"/>
              <ns1:gd name="connsiteY13-580" fmla="*/ 2095473 h 6735189"/>
              <ns1:gd name="connsiteX14-581" fmla="*/ 0 w 6858003"/>
              <ns1:gd name="connsiteY14-582" fmla="*/ 1951051 h 6735189"/>
              <ns1:gd name="connsiteX15-583" fmla="*/ 0 w 6858003"/>
              <ns1:gd name="connsiteY15-584" fmla="*/ 1292929 h 6735189"/>
              <ns1:gd name="connsiteX16-585" fmla="*/ 6858003 w 6858003"/>
              <ns1:gd name="connsiteY16-586" fmla="*/ 0 h 6735189"/>
              <ns1:gd name="connsiteX0-587" fmla="*/ 6858003 w 6858003"/>
              <ns1:gd name="connsiteY0-588" fmla="*/ 0 h 7431875"/>
              <ns1:gd name="connsiteX1-589" fmla="*/ 6858000 w 6858003"/>
              <ns1:gd name="connsiteY1-590" fmla="*/ 2647737 h 7431875"/>
              <ns1:gd name="connsiteX2-591" fmla="*/ 6858000 w 6858003"/>
              <ns1:gd name="connsiteY2-592" fmla="*/ 2792159 h 7431875"/>
              <ns1:gd name="connsiteX3-593" fmla="*/ 6858000 w 6858003"/>
              <ns1:gd name="connsiteY3-594" fmla="*/ 3251225 h 7431875"/>
              <ns1:gd name="connsiteX4-595" fmla="*/ 6858000 w 6858003"/>
              <ns1:gd name="connsiteY4-596" fmla="*/ 4926504 h 7431875"/>
              <ns1:gd name="connsiteX5-597" fmla="*/ 6858000 w 6858003"/>
              <ns1:gd name="connsiteY5-598" fmla="*/ 5070926 h 7431875"/>
              <ns1:gd name="connsiteX6-599" fmla="*/ 6858000 w 6858003"/>
              <ns1:gd name="connsiteY6-600" fmla="*/ 5153108 h 7431875"/>
              <ns1:gd name="connsiteX7-601" fmla="*/ 6858000 w 6858003"/>
              <ns1:gd name="connsiteY7-602" fmla="*/ 7431875 h 7431875"/>
              <ns1:gd name="connsiteX8-603" fmla="*/ 0 w 6858003"/>
              <ns1:gd name="connsiteY8-604" fmla="*/ 7431875 h 7431875"/>
              <ns1:gd name="connsiteX9-605" fmla="*/ 0 w 6858003"/>
              <ns1:gd name="connsiteY9-606" fmla="*/ 5153108 h 7431875"/>
              <ns1:gd name="connsiteX10-607" fmla="*/ 0 w 6858003"/>
              <ns1:gd name="connsiteY10-608" fmla="*/ 5070926 h 7431875"/>
              <ns1:gd name="connsiteX11-609" fmla="*/ 0 w 6858003"/>
              <ns1:gd name="connsiteY11-610" fmla="*/ 4926504 h 7431875"/>
              <ns1:gd name="connsiteX12-611" fmla="*/ 0 w 6858003"/>
              <ns1:gd name="connsiteY12-612" fmla="*/ 4268382 h 7431875"/>
              <ns1:gd name="connsiteX13-613" fmla="*/ 0 w 6858003"/>
              <ns1:gd name="connsiteY13-614" fmla="*/ 2792159 h 7431875"/>
              <ns1:gd name="connsiteX14-615" fmla="*/ 0 w 6858003"/>
              <ns1:gd name="connsiteY14-616" fmla="*/ 2647737 h 7431875"/>
              <ns1:gd name="connsiteX15-617" fmla="*/ 0 w 6858003"/>
              <ns1:gd name="connsiteY15-618" fmla="*/ 1989615 h 7431875"/>
              <ns1:gd name="connsiteX16-619" fmla="*/ 6858003 w 6858003"/>
              <ns1:gd name="connsiteY16-620" fmla="*/ 0 h 7431875"/>
              <ns1:gd name="connsiteX0-621" fmla="*/ 6872517 w 6872517"/>
              <ns1:gd name="connsiteY0-622" fmla="*/ 0 h 7431875"/>
              <ns1:gd name="connsiteX1-623" fmla="*/ 6872514 w 6872517"/>
              <ns1:gd name="connsiteY1-624" fmla="*/ 2647737 h 7431875"/>
              <ns1:gd name="connsiteX2-625" fmla="*/ 6872514 w 6872517"/>
              <ns1:gd name="connsiteY2-626" fmla="*/ 2792159 h 7431875"/>
              <ns1:gd name="connsiteX3-627" fmla="*/ 6872514 w 6872517"/>
              <ns1:gd name="connsiteY3-628" fmla="*/ 3251225 h 7431875"/>
              <ns1:gd name="connsiteX4-629" fmla="*/ 6872514 w 6872517"/>
              <ns1:gd name="connsiteY4-630" fmla="*/ 4926504 h 7431875"/>
              <ns1:gd name="connsiteX5-631" fmla="*/ 6872514 w 6872517"/>
              <ns1:gd name="connsiteY5-632" fmla="*/ 5070926 h 7431875"/>
              <ns1:gd name="connsiteX6-633" fmla="*/ 6872514 w 6872517"/>
              <ns1:gd name="connsiteY6-634" fmla="*/ 5153108 h 7431875"/>
              <ns1:gd name="connsiteX7-635" fmla="*/ 6872514 w 6872517"/>
              <ns1:gd name="connsiteY7-636" fmla="*/ 7431875 h 7431875"/>
              <ns1:gd name="connsiteX8-637" fmla="*/ 14514 w 6872517"/>
              <ns1:gd name="connsiteY8-638" fmla="*/ 7431875 h 7431875"/>
              <ns1:gd name="connsiteX9-639" fmla="*/ 14514 w 6872517"/>
              <ns1:gd name="connsiteY9-640" fmla="*/ 5153108 h 7431875"/>
              <ns1:gd name="connsiteX10-641" fmla="*/ 14514 w 6872517"/>
              <ns1:gd name="connsiteY10-642" fmla="*/ 5070926 h 7431875"/>
              <ns1:gd name="connsiteX11-643" fmla="*/ 14514 w 6872517"/>
              <ns1:gd name="connsiteY11-644" fmla="*/ 4926504 h 7431875"/>
              <ns1:gd name="connsiteX12-645" fmla="*/ 14514 w 6872517"/>
              <ns1:gd name="connsiteY12-646" fmla="*/ 4268382 h 7431875"/>
              <ns1:gd name="connsiteX13-647" fmla="*/ 14514 w 6872517"/>
              <ns1:gd name="connsiteY13-648" fmla="*/ 2792159 h 7431875"/>
              <ns1:gd name="connsiteX14-649" fmla="*/ 14514 w 6872517"/>
              <ns1:gd name="connsiteY14-650" fmla="*/ 2647737 h 7431875"/>
              <ns1:gd name="connsiteX15-651" fmla="*/ 0 w 6872517"/>
              <ns1:gd name="connsiteY15-652" fmla="*/ 480129 h 7431875"/>
              <ns1:gd name="connsiteX16-653" fmla="*/ 6872517 w 6872517"/>
              <ns1:gd name="connsiteY16-654" fmla="*/ 0 h 7431875"/>
              <ns1:gd name="connsiteX0-655" fmla="*/ 6858003 w 6858003"/>
              <ns1:gd name="connsiteY0-656" fmla="*/ 0 h 7431875"/>
              <ns1:gd name="connsiteX1-657" fmla="*/ 6858000 w 6858003"/>
              <ns1:gd name="connsiteY1-658" fmla="*/ 2647737 h 7431875"/>
              <ns1:gd name="connsiteX2-659" fmla="*/ 6858000 w 6858003"/>
              <ns1:gd name="connsiteY2-660" fmla="*/ 2792159 h 7431875"/>
              <ns1:gd name="connsiteX3-661" fmla="*/ 6858000 w 6858003"/>
              <ns1:gd name="connsiteY3-662" fmla="*/ 3251225 h 7431875"/>
              <ns1:gd name="connsiteX4-663" fmla="*/ 6858000 w 6858003"/>
              <ns1:gd name="connsiteY4-664" fmla="*/ 4926504 h 7431875"/>
              <ns1:gd name="connsiteX5-665" fmla="*/ 6858000 w 6858003"/>
              <ns1:gd name="connsiteY5-666" fmla="*/ 5070926 h 7431875"/>
              <ns1:gd name="connsiteX6-667" fmla="*/ 6858000 w 6858003"/>
              <ns1:gd name="connsiteY6-668" fmla="*/ 5153108 h 7431875"/>
              <ns1:gd name="connsiteX7-669" fmla="*/ 6858000 w 6858003"/>
              <ns1:gd name="connsiteY7-670" fmla="*/ 7431875 h 7431875"/>
              <ns1:gd name="connsiteX8-671" fmla="*/ 0 w 6858003"/>
              <ns1:gd name="connsiteY8-672" fmla="*/ 7431875 h 7431875"/>
              <ns1:gd name="connsiteX9-673" fmla="*/ 0 w 6858003"/>
              <ns1:gd name="connsiteY9-674" fmla="*/ 5153108 h 7431875"/>
              <ns1:gd name="connsiteX10-675" fmla="*/ 0 w 6858003"/>
              <ns1:gd name="connsiteY10-676" fmla="*/ 5070926 h 7431875"/>
              <ns1:gd name="connsiteX11-677" fmla="*/ 0 w 6858003"/>
              <ns1:gd name="connsiteY11-678" fmla="*/ 4926504 h 7431875"/>
              <ns1:gd name="connsiteX12-679" fmla="*/ 0 w 6858003"/>
              <ns1:gd name="connsiteY12-680" fmla="*/ 4268382 h 7431875"/>
              <ns1:gd name="connsiteX13-681" fmla="*/ 0 w 6858003"/>
              <ns1:gd name="connsiteY13-682" fmla="*/ 2792159 h 7431875"/>
              <ns1:gd name="connsiteX14-683" fmla="*/ 0 w 6858003"/>
              <ns1:gd name="connsiteY14-684" fmla="*/ 2647737 h 7431875"/>
              <ns1:gd name="connsiteX15-685" fmla="*/ 0 w 6858003"/>
              <ns1:gd name="connsiteY15-686" fmla="*/ 552701 h 7431875"/>
              <ns1:gd name="connsiteX16-687" fmla="*/ 6858003 w 6858003"/>
              <ns1:gd name="connsiteY16-688" fmla="*/ 0 h 7431875"/>
              <ns1:gd name="connsiteX0-689" fmla="*/ 6858003 w 6858003"/>
              <ns1:gd name="connsiteY0-690" fmla="*/ 0 h 7431875"/>
              <ns1:gd name="connsiteX1-691" fmla="*/ 6858000 w 6858003"/>
              <ns1:gd name="connsiteY1-692" fmla="*/ 2647737 h 7431875"/>
              <ns1:gd name="connsiteX2-693" fmla="*/ 6858000 w 6858003"/>
              <ns1:gd name="connsiteY2-694" fmla="*/ 2792159 h 7431875"/>
              <ns1:gd name="connsiteX3-695" fmla="*/ 6858000 w 6858003"/>
              <ns1:gd name="connsiteY3-696" fmla="*/ 3251225 h 7431875"/>
              <ns1:gd name="connsiteX4-697" fmla="*/ 6858000 w 6858003"/>
              <ns1:gd name="connsiteY4-698" fmla="*/ 4926504 h 7431875"/>
              <ns1:gd name="connsiteX5-699" fmla="*/ 6858000 w 6858003"/>
              <ns1:gd name="connsiteY5-700" fmla="*/ 5070926 h 7431875"/>
              <ns1:gd name="connsiteX6-701" fmla="*/ 6858000 w 6858003"/>
              <ns1:gd name="connsiteY6-702" fmla="*/ 5153108 h 7431875"/>
              <ns1:gd name="connsiteX7-703" fmla="*/ 6858000 w 6858003"/>
              <ns1:gd name="connsiteY7-704" fmla="*/ 7431875 h 7431875"/>
              <ns1:gd name="connsiteX8-705" fmla="*/ 0 w 6858003"/>
              <ns1:gd name="connsiteY8-706" fmla="*/ 7431875 h 7431875"/>
              <ns1:gd name="connsiteX9-707" fmla="*/ 0 w 6858003"/>
              <ns1:gd name="connsiteY9-708" fmla="*/ 5153108 h 7431875"/>
              <ns1:gd name="connsiteX10-709" fmla="*/ 0 w 6858003"/>
              <ns1:gd name="connsiteY10-710" fmla="*/ 5070926 h 7431875"/>
              <ns1:gd name="connsiteX11-711" fmla="*/ 0 w 6858003"/>
              <ns1:gd name="connsiteY11-712" fmla="*/ 4926504 h 7431875"/>
              <ns1:gd name="connsiteX12-713" fmla="*/ 0 w 6858003"/>
              <ns1:gd name="connsiteY12-714" fmla="*/ 4268382 h 7431875"/>
              <ns1:gd name="connsiteX13-715" fmla="*/ 0 w 6858003"/>
              <ns1:gd name="connsiteY13-716" fmla="*/ 2792159 h 7431875"/>
              <ns1:gd name="connsiteX14-717" fmla="*/ 0 w 6858003"/>
              <ns1:gd name="connsiteY14-718" fmla="*/ 552701 h 7431875"/>
              <ns1:gd name="connsiteX15-719" fmla="*/ 6858003 w 6858003"/>
              <ns1:gd name="connsiteY15-720" fmla="*/ 0 h 7431875"/>
              <ns1:gd name="connsiteX0-721" fmla="*/ 6858003 w 6858003"/>
              <ns1:gd name="connsiteY0-722" fmla="*/ 0 h 7431875"/>
              <ns1:gd name="connsiteX1-723" fmla="*/ 6858000 w 6858003"/>
              <ns1:gd name="connsiteY1-724" fmla="*/ 2647737 h 7431875"/>
              <ns1:gd name="connsiteX2-725" fmla="*/ 6858000 w 6858003"/>
              <ns1:gd name="connsiteY2-726" fmla="*/ 2792159 h 7431875"/>
              <ns1:gd name="connsiteX3-727" fmla="*/ 6858000 w 6858003"/>
              <ns1:gd name="connsiteY3-728" fmla="*/ 3251225 h 7431875"/>
              <ns1:gd name="connsiteX4-729" fmla="*/ 6858000 w 6858003"/>
              <ns1:gd name="connsiteY4-730" fmla="*/ 4926504 h 7431875"/>
              <ns1:gd name="connsiteX5-731" fmla="*/ 6858000 w 6858003"/>
              <ns1:gd name="connsiteY5-732" fmla="*/ 5070926 h 7431875"/>
              <ns1:gd name="connsiteX6-733" fmla="*/ 6858000 w 6858003"/>
              <ns1:gd name="connsiteY6-734" fmla="*/ 5153108 h 7431875"/>
              <ns1:gd name="connsiteX7-735" fmla="*/ 6858000 w 6858003"/>
              <ns1:gd name="connsiteY7-736" fmla="*/ 7431875 h 7431875"/>
              <ns1:gd name="connsiteX8-737" fmla="*/ 0 w 6858003"/>
              <ns1:gd name="connsiteY8-738" fmla="*/ 7431875 h 7431875"/>
              <ns1:gd name="connsiteX9-739" fmla="*/ 0 w 6858003"/>
              <ns1:gd name="connsiteY9-740" fmla="*/ 5153108 h 7431875"/>
              <ns1:gd name="connsiteX10-741" fmla="*/ 0 w 6858003"/>
              <ns1:gd name="connsiteY10-742" fmla="*/ 5070926 h 7431875"/>
              <ns1:gd name="connsiteX11-743" fmla="*/ 0 w 6858003"/>
              <ns1:gd name="connsiteY11-744" fmla="*/ 4926504 h 7431875"/>
              <ns1:gd name="connsiteX12-745" fmla="*/ 0 w 6858003"/>
              <ns1:gd name="connsiteY12-746" fmla="*/ 4268382 h 7431875"/>
              <ns1:gd name="connsiteX13-747" fmla="*/ 0 w 6858003"/>
              <ns1:gd name="connsiteY13-748" fmla="*/ 552701 h 7431875"/>
              <ns1:gd name="connsiteX14-749" fmla="*/ 6858003 w 6858003"/>
              <ns1:gd name="connsiteY14-750" fmla="*/ 0 h 7431875"/>
              <ns1:gd name="connsiteX0-751" fmla="*/ 6858003 w 6858003"/>
              <ns1:gd name="connsiteY0-752" fmla="*/ 0 h 7431875"/>
              <ns1:gd name="connsiteX1-753" fmla="*/ 6858000 w 6858003"/>
              <ns1:gd name="connsiteY1-754" fmla="*/ 2647737 h 7431875"/>
              <ns1:gd name="connsiteX2-755" fmla="*/ 6858000 w 6858003"/>
              <ns1:gd name="connsiteY2-756" fmla="*/ 2792159 h 7431875"/>
              <ns1:gd name="connsiteX3-757" fmla="*/ 6858000 w 6858003"/>
              <ns1:gd name="connsiteY3-758" fmla="*/ 3251225 h 7431875"/>
              <ns1:gd name="connsiteX4-759" fmla="*/ 6858000 w 6858003"/>
              <ns1:gd name="connsiteY4-760" fmla="*/ 4926504 h 7431875"/>
              <ns1:gd name="connsiteX5-761" fmla="*/ 6858000 w 6858003"/>
              <ns1:gd name="connsiteY5-762" fmla="*/ 5070926 h 7431875"/>
              <ns1:gd name="connsiteX6-763" fmla="*/ 6858000 w 6858003"/>
              <ns1:gd name="connsiteY6-764" fmla="*/ 5153108 h 7431875"/>
              <ns1:gd name="connsiteX7-765" fmla="*/ 6858000 w 6858003"/>
              <ns1:gd name="connsiteY7-766" fmla="*/ 7431875 h 7431875"/>
              <ns1:gd name="connsiteX8-767" fmla="*/ 0 w 6858003"/>
              <ns1:gd name="connsiteY8-768" fmla="*/ 7431875 h 7431875"/>
              <ns1:gd name="connsiteX9-769" fmla="*/ 0 w 6858003"/>
              <ns1:gd name="connsiteY9-770" fmla="*/ 5153108 h 7431875"/>
              <ns1:gd name="connsiteX10-771" fmla="*/ 0 w 6858003"/>
              <ns1:gd name="connsiteY10-772" fmla="*/ 5070926 h 7431875"/>
              <ns1:gd name="connsiteX11-773" fmla="*/ 0 w 6858003"/>
              <ns1:gd name="connsiteY11-774" fmla="*/ 4926504 h 7431875"/>
              <ns1:gd name="connsiteX12-775" fmla="*/ 0 w 6858003"/>
              <ns1:gd name="connsiteY12-776" fmla="*/ 552701 h 7431875"/>
              <ns1:gd name="connsiteX13-777" fmla="*/ 6858003 w 6858003"/>
              <ns1:gd name="connsiteY13-778" fmla="*/ 0 h 7431875"/>
              <ns1:gd name="connsiteX0-779" fmla="*/ 6858003 w 6858003"/>
              <ns1:gd name="connsiteY0-780" fmla="*/ 0 h 7431875"/>
              <ns1:gd name="connsiteX1-781" fmla="*/ 6858000 w 6858003"/>
              <ns1:gd name="connsiteY1-782" fmla="*/ 2647737 h 7431875"/>
              <ns1:gd name="connsiteX2-783" fmla="*/ 6858000 w 6858003"/>
              <ns1:gd name="connsiteY2-784" fmla="*/ 2792159 h 7431875"/>
              <ns1:gd name="connsiteX3-785" fmla="*/ 6858000 w 6858003"/>
              <ns1:gd name="connsiteY3-786" fmla="*/ 3251225 h 7431875"/>
              <ns1:gd name="connsiteX4-787" fmla="*/ 6858000 w 6858003"/>
              <ns1:gd name="connsiteY4-788" fmla="*/ 4926504 h 7431875"/>
              <ns1:gd name="connsiteX5-789" fmla="*/ 6858000 w 6858003"/>
              <ns1:gd name="connsiteY5-790" fmla="*/ 5070926 h 7431875"/>
              <ns1:gd name="connsiteX6-791" fmla="*/ 6858000 w 6858003"/>
              <ns1:gd name="connsiteY6-792" fmla="*/ 5153108 h 7431875"/>
              <ns1:gd name="connsiteX7-793" fmla="*/ 6858000 w 6858003"/>
              <ns1:gd name="connsiteY7-794" fmla="*/ 7431875 h 7431875"/>
              <ns1:gd name="connsiteX8-795" fmla="*/ 0 w 6858003"/>
              <ns1:gd name="connsiteY8-796" fmla="*/ 7431875 h 7431875"/>
              <ns1:gd name="connsiteX9-797" fmla="*/ 0 w 6858003"/>
              <ns1:gd name="connsiteY9-798" fmla="*/ 5153108 h 7431875"/>
              <ns1:gd name="connsiteX10-799" fmla="*/ 0 w 6858003"/>
              <ns1:gd name="connsiteY10-800" fmla="*/ 5070926 h 7431875"/>
              <ns1:gd name="connsiteX11-801" fmla="*/ 0 w 6858003"/>
              <ns1:gd name="connsiteY11-802" fmla="*/ 552701 h 7431875"/>
              <ns1:gd name="connsiteX12-803" fmla="*/ 6858003 w 6858003"/>
              <ns1:gd name="connsiteY12-804" fmla="*/ 0 h 7431875"/>
              <ns1:gd name="connsiteX0-805" fmla="*/ 6858003 w 6858003"/>
              <ns1:gd name="connsiteY0-806" fmla="*/ 0 h 7431875"/>
              <ns1:gd name="connsiteX1-807" fmla="*/ 6858000 w 6858003"/>
              <ns1:gd name="connsiteY1-808" fmla="*/ 2647737 h 7431875"/>
              <ns1:gd name="connsiteX2-809" fmla="*/ 6858000 w 6858003"/>
              <ns1:gd name="connsiteY2-810" fmla="*/ 2792159 h 7431875"/>
              <ns1:gd name="connsiteX3-811" fmla="*/ 6858000 w 6858003"/>
              <ns1:gd name="connsiteY3-812" fmla="*/ 3251225 h 7431875"/>
              <ns1:gd name="connsiteX4-813" fmla="*/ 6858000 w 6858003"/>
              <ns1:gd name="connsiteY4-814" fmla="*/ 4926504 h 7431875"/>
              <ns1:gd name="connsiteX5-815" fmla="*/ 6858000 w 6858003"/>
              <ns1:gd name="connsiteY5-816" fmla="*/ 5070926 h 7431875"/>
              <ns1:gd name="connsiteX6-817" fmla="*/ 6858000 w 6858003"/>
              <ns1:gd name="connsiteY6-818" fmla="*/ 5153108 h 7431875"/>
              <ns1:gd name="connsiteX7-819" fmla="*/ 6858000 w 6858003"/>
              <ns1:gd name="connsiteY7-820" fmla="*/ 7431875 h 7431875"/>
              <ns1:gd name="connsiteX8-821" fmla="*/ 0 w 6858003"/>
              <ns1:gd name="connsiteY8-822" fmla="*/ 7431875 h 7431875"/>
              <ns1:gd name="connsiteX9-823" fmla="*/ 0 w 6858003"/>
              <ns1:gd name="connsiteY9-824" fmla="*/ 5153108 h 7431875"/>
              <ns1:gd name="connsiteX10-825" fmla="*/ 0 w 6858003"/>
              <ns1:gd name="connsiteY10-826" fmla="*/ 552701 h 7431875"/>
              <ns1:gd name="connsiteX11-827" fmla="*/ 6858003 w 6858003"/>
              <ns1:gd name="connsiteY11-828" fmla="*/ 0 h 7431875"/>
              <ns1:gd name="connsiteX0-829" fmla="*/ 6858003 w 6858003"/>
              <ns1:gd name="connsiteY0-830" fmla="*/ 0 h 7431875"/>
              <ns1:gd name="connsiteX1-831" fmla="*/ 6858000 w 6858003"/>
              <ns1:gd name="connsiteY1-832" fmla="*/ 2647737 h 7431875"/>
              <ns1:gd name="connsiteX2-833" fmla="*/ 6858000 w 6858003"/>
              <ns1:gd name="connsiteY2-834" fmla="*/ 2792159 h 7431875"/>
              <ns1:gd name="connsiteX3-835" fmla="*/ 6858000 w 6858003"/>
              <ns1:gd name="connsiteY3-836" fmla="*/ 3251225 h 7431875"/>
              <ns1:gd name="connsiteX4-837" fmla="*/ 6858000 w 6858003"/>
              <ns1:gd name="connsiteY4-838" fmla="*/ 4926504 h 7431875"/>
              <ns1:gd name="connsiteX5-839" fmla="*/ 6858000 w 6858003"/>
              <ns1:gd name="connsiteY5-840" fmla="*/ 5070926 h 7431875"/>
              <ns1:gd name="connsiteX6-841" fmla="*/ 6858000 w 6858003"/>
              <ns1:gd name="connsiteY6-842" fmla="*/ 5153108 h 7431875"/>
              <ns1:gd name="connsiteX7-843" fmla="*/ 6858000 w 6858003"/>
              <ns1:gd name="connsiteY7-844" fmla="*/ 7431875 h 7431875"/>
              <ns1:gd name="connsiteX8-845" fmla="*/ 0 w 6858003"/>
              <ns1:gd name="connsiteY8-846" fmla="*/ 7431875 h 7431875"/>
              <ns1:gd name="connsiteX9-847" fmla="*/ 0 w 6858003"/>
              <ns1:gd name="connsiteY9-848" fmla="*/ 552701 h 7431875"/>
              <ns1:gd name="connsiteX10-849" fmla="*/ 6858003 w 6858003"/>
              <ns1:gd name="connsiteY10-850" fmla="*/ 0 h 7431875"/>
              <ns1:gd name="connsiteX0-851" fmla="*/ 6858003 w 6858003"/>
              <ns1:gd name="connsiteY0-852" fmla="*/ 0 h 7431875"/>
              <ns1:gd name="connsiteX1-853" fmla="*/ 6858000 w 6858003"/>
              <ns1:gd name="connsiteY1-854" fmla="*/ 2647737 h 7431875"/>
              <ns1:gd name="connsiteX2-855" fmla="*/ 6858000 w 6858003"/>
              <ns1:gd name="connsiteY2-856" fmla="*/ 2792159 h 7431875"/>
              <ns1:gd name="connsiteX3-857" fmla="*/ 6858000 w 6858003"/>
              <ns1:gd name="connsiteY3-858" fmla="*/ 3251225 h 7431875"/>
              <ns1:gd name="connsiteX4-859" fmla="*/ 6858000 w 6858003"/>
              <ns1:gd name="connsiteY4-860" fmla="*/ 4926504 h 7431875"/>
              <ns1:gd name="connsiteX5-861" fmla="*/ 6858000 w 6858003"/>
              <ns1:gd name="connsiteY5-862" fmla="*/ 5070926 h 7431875"/>
              <ns1:gd name="connsiteX6-863" fmla="*/ 6858000 w 6858003"/>
              <ns1:gd name="connsiteY6-864" fmla="*/ 7431875 h 7431875"/>
              <ns1:gd name="connsiteX7-865" fmla="*/ 0 w 6858003"/>
              <ns1:gd name="connsiteY7-866" fmla="*/ 7431875 h 7431875"/>
              <ns1:gd name="connsiteX8-867" fmla="*/ 0 w 6858003"/>
              <ns1:gd name="connsiteY8-868" fmla="*/ 552701 h 7431875"/>
              <ns1:gd name="connsiteX9-869" fmla="*/ 6858003 w 6858003"/>
              <ns1:gd name="connsiteY9-870" fmla="*/ 0 h 7431875"/>
              <ns1:gd name="connsiteX0-871" fmla="*/ 6858003 w 6858003"/>
              <ns1:gd name="connsiteY0-872" fmla="*/ 0 h 7431875"/>
              <ns1:gd name="connsiteX1-873" fmla="*/ 6858000 w 6858003"/>
              <ns1:gd name="connsiteY1-874" fmla="*/ 2647737 h 7431875"/>
              <ns1:gd name="connsiteX2-875" fmla="*/ 6858000 w 6858003"/>
              <ns1:gd name="connsiteY2-876" fmla="*/ 2792159 h 7431875"/>
              <ns1:gd name="connsiteX3-877" fmla="*/ 6858000 w 6858003"/>
              <ns1:gd name="connsiteY3-878" fmla="*/ 3251225 h 7431875"/>
              <ns1:gd name="connsiteX4-879" fmla="*/ 6858000 w 6858003"/>
              <ns1:gd name="connsiteY4-880" fmla="*/ 4926504 h 7431875"/>
              <ns1:gd name="connsiteX5-881" fmla="*/ 6858000 w 6858003"/>
              <ns1:gd name="connsiteY5-882" fmla="*/ 7431875 h 7431875"/>
              <ns1:gd name="connsiteX6-883" fmla="*/ 0 w 6858003"/>
              <ns1:gd name="connsiteY6-884" fmla="*/ 7431875 h 7431875"/>
              <ns1:gd name="connsiteX7-885" fmla="*/ 0 w 6858003"/>
              <ns1:gd name="connsiteY7-886" fmla="*/ 552701 h 7431875"/>
              <ns1:gd name="connsiteX8-887" fmla="*/ 6858003 w 6858003"/>
              <ns1:gd name="connsiteY8-888" fmla="*/ 0 h 7431875"/>
              <ns1:gd name="connsiteX0-889" fmla="*/ 6858003 w 6858003"/>
              <ns1:gd name="connsiteY0-890" fmla="*/ 0 h 7431875"/>
              <ns1:gd name="connsiteX1-891" fmla="*/ 6858000 w 6858003"/>
              <ns1:gd name="connsiteY1-892" fmla="*/ 2647737 h 7431875"/>
              <ns1:gd name="connsiteX2-893" fmla="*/ 6858000 w 6858003"/>
              <ns1:gd name="connsiteY2-894" fmla="*/ 2792159 h 7431875"/>
              <ns1:gd name="connsiteX3-895" fmla="*/ 6858000 w 6858003"/>
              <ns1:gd name="connsiteY3-896" fmla="*/ 3251225 h 7431875"/>
              <ns1:gd name="connsiteX4-897" fmla="*/ 6858000 w 6858003"/>
              <ns1:gd name="connsiteY4-898" fmla="*/ 7431875 h 7431875"/>
              <ns1:gd name="connsiteX5-899" fmla="*/ 0 w 6858003"/>
              <ns1:gd name="connsiteY5-900" fmla="*/ 7431875 h 7431875"/>
              <ns1:gd name="connsiteX6-901" fmla="*/ 0 w 6858003"/>
              <ns1:gd name="connsiteY6-902" fmla="*/ 552701 h 7431875"/>
              <ns1:gd name="connsiteX7-903" fmla="*/ 6858003 w 6858003"/>
              <ns1:gd name="connsiteY7-904" fmla="*/ 0 h 7431875"/>
              <ns1:gd name="connsiteX0-905" fmla="*/ 6858003 w 6858003"/>
              <ns1:gd name="connsiteY0-906" fmla="*/ 0 h 7431875"/>
              <ns1:gd name="connsiteX1-907" fmla="*/ 6858000 w 6858003"/>
              <ns1:gd name="connsiteY1-908" fmla="*/ 2647737 h 7431875"/>
              <ns1:gd name="connsiteX2-909" fmla="*/ 6858000 w 6858003"/>
              <ns1:gd name="connsiteY2-910" fmla="*/ 2792159 h 7431875"/>
              <ns1:gd name="connsiteX3-911" fmla="*/ 6858000 w 6858003"/>
              <ns1:gd name="connsiteY3-912" fmla="*/ 7431875 h 7431875"/>
              <ns1:gd name="connsiteX4-913" fmla="*/ 0 w 6858003"/>
              <ns1:gd name="connsiteY4-914" fmla="*/ 7431875 h 7431875"/>
              <ns1:gd name="connsiteX5-915" fmla="*/ 0 w 6858003"/>
              <ns1:gd name="connsiteY5-916" fmla="*/ 552701 h 7431875"/>
              <ns1:gd name="connsiteX6-917" fmla="*/ 6858003 w 6858003"/>
              <ns1:gd name="connsiteY6-918" fmla="*/ 0 h 7431875"/>
              <ns1:gd name="connsiteX0-919" fmla="*/ 6858003 w 6858003"/>
              <ns1:gd name="connsiteY0-920" fmla="*/ 0 h 7431875"/>
              <ns1:gd name="connsiteX1-921" fmla="*/ 6858000 w 6858003"/>
              <ns1:gd name="connsiteY1-922" fmla="*/ 2647737 h 7431875"/>
              <ns1:gd name="connsiteX2-923" fmla="*/ 6858000 w 6858003"/>
              <ns1:gd name="connsiteY2-924" fmla="*/ 7431875 h 7431875"/>
              <ns1:gd name="connsiteX3-925" fmla="*/ 0 w 6858003"/>
              <ns1:gd name="connsiteY3-926" fmla="*/ 7431875 h 7431875"/>
              <ns1:gd name="connsiteX4-927" fmla="*/ 0 w 6858003"/>
              <ns1:gd name="connsiteY4-928" fmla="*/ 552701 h 7431875"/>
              <ns1:gd name="connsiteX5-929" fmla="*/ 6858003 w 6858003"/>
              <ns1:gd name="connsiteY5-930" fmla="*/ 0 h 7431875"/>
              <ns1:gd name="connsiteX0-931" fmla="*/ 6872517 w 6872517"/>
              <ns1:gd name="connsiteY0-932" fmla="*/ 42385 h 6879174"/>
              <ns1:gd name="connsiteX1-933" fmla="*/ 6858000 w 6872517"/>
              <ns1:gd name="connsiteY1-934" fmla="*/ 2095036 h 6879174"/>
              <ns1:gd name="connsiteX2-935" fmla="*/ 6858000 w 6872517"/>
              <ns1:gd name="connsiteY2-936" fmla="*/ 6879174 h 6879174"/>
              <ns1:gd name="connsiteX3-937" fmla="*/ 0 w 6872517"/>
              <ns1:gd name="connsiteY3-938" fmla="*/ 6879174 h 6879174"/>
              <ns1:gd name="connsiteX4-939" fmla="*/ 0 w 6872517"/>
              <ns1:gd name="connsiteY4-940" fmla="*/ 0 h 6879174"/>
              <ns1:gd name="connsiteX5-941" fmla="*/ 6872517 w 6872517"/>
              <ns1:gd name="connsiteY5-942" fmla="*/ 42385 h 6879174"/>
              <ns1:gd name="connsiteX0-943" fmla="*/ 6872520 w 6872520"/>
              <ns1:gd name="connsiteY0-944" fmla="*/ 0 h 6880332"/>
              <ns1:gd name="connsiteX1-945" fmla="*/ 6858000 w 6872520"/>
              <ns1:gd name="connsiteY1-946" fmla="*/ 2096194 h 6880332"/>
              <ns1:gd name="connsiteX2-947" fmla="*/ 6858000 w 6872520"/>
              <ns1:gd name="connsiteY2-948" fmla="*/ 6880332 h 6880332"/>
              <ns1:gd name="connsiteX3-949" fmla="*/ 0 w 6872520"/>
              <ns1:gd name="connsiteY3-950" fmla="*/ 6880332 h 6880332"/>
              <ns1:gd name="connsiteX4-951" fmla="*/ 0 w 6872520"/>
              <ns1:gd name="connsiteY4-952" fmla="*/ 1158 h 6880332"/>
              <ns1:gd name="connsiteX5-953" fmla="*/ 6872520 w 6872520"/>
              <ns1:gd name="connsiteY5-954" fmla="*/ 0 h 6880332"/>
              <ns1:gd name="connsiteX0-955" fmla="*/ 6872520 w 6872520"/>
              <ns1:gd name="connsiteY0-956" fmla="*/ 0 h 6880332"/>
              <ns1:gd name="connsiteX1-957" fmla="*/ 6858000 w 6872520"/>
              <ns1:gd name="connsiteY1-958" fmla="*/ 2096194 h 6880332"/>
              <ns1:gd name="connsiteX2-959" fmla="*/ 6858000 w 6872520"/>
              <ns1:gd name="connsiteY2-960" fmla="*/ 6880332 h 6880332"/>
              <ns1:gd name="connsiteX3-961" fmla="*/ 0 w 6872520"/>
              <ns1:gd name="connsiteY3-962" fmla="*/ 6880332 h 6880332"/>
              <ns1:gd name="connsiteX4-963" fmla="*/ 0 w 6872520"/>
              <ns1:gd name="connsiteY4-964" fmla="*/ 1158 h 6880332"/>
              <ns1:gd name="connsiteX5-965" fmla="*/ 6872520 w 6872520"/>
              <ns1:gd name="connsiteY5-966" fmla="*/ 0 h 6880332"/>
              <ns1:gd name="connsiteX0-967" fmla="*/ 6843491 w 6858000"/>
              <ns1:gd name="connsiteY0-968" fmla="*/ 202042 h 6879174"/>
              <ns1:gd name="connsiteX1-969" fmla="*/ 6858000 w 6858000"/>
              <ns1:gd name="connsiteY1-970" fmla="*/ 2095036 h 6879174"/>
              <ns1:gd name="connsiteX2-971" fmla="*/ 6858000 w 6858000"/>
              <ns1:gd name="connsiteY2-972" fmla="*/ 6879174 h 6879174"/>
              <ns1:gd name="connsiteX3-973" fmla="*/ 0 w 6858000"/>
              <ns1:gd name="connsiteY3-974" fmla="*/ 6879174 h 6879174"/>
              <ns1:gd name="connsiteX4-975" fmla="*/ 0 w 6858000"/>
              <ns1:gd name="connsiteY4-976" fmla="*/ 0 h 6879174"/>
              <ns1:gd name="connsiteX5-977" fmla="*/ 6843491 w 6858000"/>
              <ns1:gd name="connsiteY5-978" fmla="*/ 202042 h 6879174"/>
              <ns1:gd name="connsiteX0-979" fmla="*/ 6843491 w 6858000"/>
              <ns1:gd name="connsiteY0-980" fmla="*/ 202042 h 6879174"/>
              <ns1:gd name="connsiteX1-981" fmla="*/ 6858000 w 6858000"/>
              <ns1:gd name="connsiteY1-982" fmla="*/ 2095036 h 6879174"/>
              <ns1:gd name="connsiteX2-983" fmla="*/ 6858000 w 6858000"/>
              <ns1:gd name="connsiteY2-984" fmla="*/ 6879174 h 6879174"/>
              <ns1:gd name="connsiteX3-985" fmla="*/ 0 w 6858000"/>
              <ns1:gd name="connsiteY3-986" fmla="*/ 6879174 h 6879174"/>
              <ns1:gd name="connsiteX4-987" fmla="*/ 0 w 6858000"/>
              <ns1:gd name="connsiteY4-988" fmla="*/ 0 h 6879174"/>
              <ns1:gd name="connsiteX5-989" fmla="*/ 6843491 w 6858000"/>
              <ns1:gd name="connsiteY5-990" fmla="*/ 202042 h 6879174"/>
              <ns1:gd name="connsiteX0-991" fmla="*/ 6843491 w 6858000"/>
              <ns1:gd name="connsiteY0-992" fmla="*/ 202042 h 6879174"/>
              <ns1:gd name="connsiteX1-993" fmla="*/ 6858000 w 6858000"/>
              <ns1:gd name="connsiteY1-994" fmla="*/ 2095036 h 6879174"/>
              <ns1:gd name="connsiteX2-995" fmla="*/ 6858000 w 6858000"/>
              <ns1:gd name="connsiteY2-996" fmla="*/ 6879174 h 6879174"/>
              <ns1:gd name="connsiteX3-997" fmla="*/ 0 w 6858000"/>
              <ns1:gd name="connsiteY3-998" fmla="*/ 6879174 h 6879174"/>
              <ns1:gd name="connsiteX4-999" fmla="*/ 0 w 6858000"/>
              <ns1:gd name="connsiteY4-1000" fmla="*/ 0 h 6879174"/>
              <ns1:gd name="connsiteX5-1001" fmla="*/ 6843491 w 6858000"/>
              <ns1:gd name="connsiteY5-1002" fmla="*/ 202042 h 6879174"/>
              <ns1:gd name="connsiteX0-1003" fmla="*/ 6856191 w 6858000"/>
              <ns1:gd name="connsiteY0-1004" fmla="*/ 214742 h 6879174"/>
              <ns1:gd name="connsiteX1-1005" fmla="*/ 6858000 w 6858000"/>
              <ns1:gd name="connsiteY1-1006" fmla="*/ 2095036 h 6879174"/>
              <ns1:gd name="connsiteX2-1007" fmla="*/ 6858000 w 6858000"/>
              <ns1:gd name="connsiteY2-1008" fmla="*/ 6879174 h 6879174"/>
              <ns1:gd name="connsiteX3-1009" fmla="*/ 0 w 6858000"/>
              <ns1:gd name="connsiteY3-1010" fmla="*/ 6879174 h 6879174"/>
              <ns1:gd name="connsiteX4-1011" fmla="*/ 0 w 6858000"/>
              <ns1:gd name="connsiteY4-1012" fmla="*/ 0 h 6879174"/>
              <ns1:gd name="connsiteX5-1013" fmla="*/ 6856191 w 6858000"/>
              <ns1:gd name="connsiteY5-1014" fmla="*/ 214742 h 6879174"/>
              <ns1:gd name="connsiteX0-1015" fmla="*/ 6856191 w 6858000"/>
              <ns1:gd name="connsiteY0-1016" fmla="*/ 209979 h 6879174"/>
              <ns1:gd name="connsiteX1-1017" fmla="*/ 6858000 w 6858000"/>
              <ns1:gd name="connsiteY1-1018" fmla="*/ 2095036 h 6879174"/>
              <ns1:gd name="connsiteX2-1019" fmla="*/ 6858000 w 6858000"/>
              <ns1:gd name="connsiteY2-1020" fmla="*/ 6879174 h 6879174"/>
              <ns1:gd name="connsiteX3-1021" fmla="*/ 0 w 6858000"/>
              <ns1:gd name="connsiteY3-1022" fmla="*/ 6879174 h 6879174"/>
              <ns1:gd name="connsiteX4-1023" fmla="*/ 0 w 6858000"/>
              <ns1:gd name="connsiteY4-1024" fmla="*/ 0 h 6879174"/>
              <ns1:gd name="connsiteX5-1025" fmla="*/ 6856191 w 6858000"/>
              <ns1:gd name="connsiteY5-1026" fmla="*/ 209979 h 6879174"/>
              <ns1:gd name="connsiteX0-1027" fmla="*/ 6868891 w 6868891"/>
              <ns1:gd name="connsiteY0-1028" fmla="*/ 197279 h 6879174"/>
              <ns1:gd name="connsiteX1-1029" fmla="*/ 6858000 w 6868891"/>
              <ns1:gd name="connsiteY1-1030" fmla="*/ 2095036 h 6879174"/>
              <ns1:gd name="connsiteX2-1031" fmla="*/ 6858000 w 6868891"/>
              <ns1:gd name="connsiteY2-1032" fmla="*/ 6879174 h 6879174"/>
              <ns1:gd name="connsiteX3-1033" fmla="*/ 0 w 6868891"/>
              <ns1:gd name="connsiteY3-1034" fmla="*/ 6879174 h 6879174"/>
              <ns1:gd name="connsiteX4-1035" fmla="*/ 0 w 6868891"/>
              <ns1:gd name="connsiteY4-1036" fmla="*/ 0 h 6879174"/>
              <ns1:gd name="connsiteX5-1037" fmla="*/ 6868891 w 6868891"/>
              <ns1:gd name="connsiteY5-1038" fmla="*/ 197279 h 6879174"/>
              <ns1:gd name="connsiteX0-1039" fmla="*/ 6868891 w 7721392"/>
              <ns1:gd name="connsiteY0-1040" fmla="*/ 197279 h 6879174"/>
              <ns1:gd name="connsiteX1-1041" fmla="*/ 6858000 w 7721392"/>
              <ns1:gd name="connsiteY1-1042" fmla="*/ 6879174 h 6879174"/>
              <ns1:gd name="connsiteX2-1043" fmla="*/ 0 w 7721392"/>
              <ns1:gd name="connsiteY2-1044" fmla="*/ 6879174 h 6879174"/>
              <ns1:gd name="connsiteX3-1045" fmla="*/ 0 w 7721392"/>
              <ns1:gd name="connsiteY3-1046" fmla="*/ 0 h 6879174"/>
              <ns1:gd name="connsiteX4-1047" fmla="*/ 6868891 w 7721392"/>
              <ns1:gd name="connsiteY4-1048" fmla="*/ 197279 h 6879174"/>
              <ns1:gd name="connsiteX0-1049" fmla="*/ 6868891 w 7373946"/>
              <ns1:gd name="connsiteY0-1050" fmla="*/ 197279 h 6879174"/>
              <ns1:gd name="connsiteX1-1051" fmla="*/ 6858000 w 7373946"/>
              <ns1:gd name="connsiteY1-1052" fmla="*/ 6879174 h 6879174"/>
              <ns1:gd name="connsiteX2-1053" fmla="*/ 0 w 7373946"/>
              <ns1:gd name="connsiteY2-1054" fmla="*/ 6879174 h 6879174"/>
              <ns1:gd name="connsiteX3-1055" fmla="*/ 0 w 7373946"/>
              <ns1:gd name="connsiteY3-1056" fmla="*/ 0 h 6879174"/>
              <ns1:gd name="connsiteX4-1057" fmla="*/ 6868891 w 7373946"/>
              <ns1:gd name="connsiteY4-1058" fmla="*/ 197279 h 6879174"/>
              <ns1:gd name="connsiteX0-1059" fmla="*/ 6868891 w 8182025"/>
              <ns1:gd name="connsiteY0-1060" fmla="*/ 197279 h 6879174"/>
              <ns1:gd name="connsiteX1-1061" fmla="*/ 6858000 w 8182025"/>
              <ns1:gd name="connsiteY1-1062" fmla="*/ 6879174 h 6879174"/>
              <ns1:gd name="connsiteX2-1063" fmla="*/ 0 w 8182025"/>
              <ns1:gd name="connsiteY2-1064" fmla="*/ 6879174 h 6879174"/>
              <ns1:gd name="connsiteX3-1065" fmla="*/ 0 w 8182025"/>
              <ns1:gd name="connsiteY3-1066" fmla="*/ 0 h 6879174"/>
              <ns1:gd name="connsiteX4-1067" fmla="*/ 6868891 w 8182025"/>
              <ns1:gd name="connsiteY4-1068" fmla="*/ 197279 h 6879174"/>
              <ns1:gd name="connsiteX0-1069" fmla="*/ 6868891 w 8182025"/>
              <ns1:gd name="connsiteY0-1070" fmla="*/ 197279 h 6879174"/>
              <ns1:gd name="connsiteX1-1071" fmla="*/ 6858000 w 8182025"/>
              <ns1:gd name="connsiteY1-1072" fmla="*/ 6879174 h 6879174"/>
              <ns1:gd name="connsiteX2-1073" fmla="*/ 0 w 8182025"/>
              <ns1:gd name="connsiteY2-1074" fmla="*/ 6879174 h 6879174"/>
              <ns1:gd name="connsiteX3-1075" fmla="*/ 0 w 8182025"/>
              <ns1:gd name="connsiteY3-1076" fmla="*/ 0 h 6879174"/>
              <ns1:gd name="connsiteX4-1077" fmla="*/ 6868891 w 8182025"/>
              <ns1:gd name="connsiteY4-1078" fmla="*/ 197279 h 6879174"/>
              <ns1:gd name="connsiteX0-1079" fmla="*/ 6868891 w 8182025"/>
              <ns1:gd name="connsiteY0-1080" fmla="*/ 197279 h 6879174"/>
              <ns1:gd name="connsiteX1-1081" fmla="*/ 6858000 w 8182025"/>
              <ns1:gd name="connsiteY1-1082" fmla="*/ 6879174 h 6879174"/>
              <ns1:gd name="connsiteX2-1083" fmla="*/ 0 w 8182025"/>
              <ns1:gd name="connsiteY2-1084" fmla="*/ 6879174 h 6879174"/>
              <ns1:gd name="connsiteX3-1085" fmla="*/ 0 w 8182025"/>
              <ns1:gd name="connsiteY3-1086" fmla="*/ 0 h 6879174"/>
              <ns1:gd name="connsiteX4-1087" fmla="*/ 6868891 w 8182025"/>
              <ns1:gd name="connsiteY4-1088" fmla="*/ 197279 h 6879174"/>
              <ns1:gd name="connsiteX0-1089" fmla="*/ 6868891 w 8182025"/>
              <ns1:gd name="connsiteY0-1090" fmla="*/ 197279 h 6879174"/>
              <ns1:gd name="connsiteX1-1091" fmla="*/ 6858000 w 8182025"/>
              <ns1:gd name="connsiteY1-1092" fmla="*/ 6879174 h 6879174"/>
              <ns1:gd name="connsiteX2-1093" fmla="*/ 0 w 8182025"/>
              <ns1:gd name="connsiteY2-1094" fmla="*/ 6879174 h 6879174"/>
              <ns1:gd name="connsiteX3-1095" fmla="*/ 0 w 8182025"/>
              <ns1:gd name="connsiteY3-1096" fmla="*/ 0 h 6879174"/>
              <ns1:gd name="connsiteX4-1097" fmla="*/ 6868891 w 8182025"/>
              <ns1:gd name="connsiteY4-1098" fmla="*/ 197279 h 6879174"/>
              <ns1:gd name="connsiteX0-1099" fmla="*/ 6868891 w 7374082"/>
              <ns1:gd name="connsiteY0-1100" fmla="*/ 197279 h 7217839"/>
              <ns1:gd name="connsiteX1-1101" fmla="*/ 6858000 w 7374082"/>
              <ns1:gd name="connsiteY1-1102" fmla="*/ 6879174 h 7217839"/>
              <ns1:gd name="connsiteX2-1103" fmla="*/ 0 w 7374082"/>
              <ns1:gd name="connsiteY2-1104" fmla="*/ 6879174 h 7217839"/>
              <ns1:gd name="connsiteX3-1105" fmla="*/ 0 w 7374082"/>
              <ns1:gd name="connsiteY3-1106" fmla="*/ 0 h 7217839"/>
              <ns1:gd name="connsiteX4-1107" fmla="*/ 6868891 w 7374082"/>
              <ns1:gd name="connsiteY4-1108" fmla="*/ 197279 h 7217839"/>
              <ns1:gd name="connsiteX0-1109" fmla="*/ 6868891 w 7513044"/>
              <ns1:gd name="connsiteY0-1110" fmla="*/ 197279 h 6879174"/>
              <ns1:gd name="connsiteX1-1111" fmla="*/ 6858000 w 7513044"/>
              <ns1:gd name="connsiteY1-1112" fmla="*/ 6879174 h 6879174"/>
              <ns1:gd name="connsiteX2-1113" fmla="*/ 0 w 7513044"/>
              <ns1:gd name="connsiteY2-1114" fmla="*/ 6879174 h 6879174"/>
              <ns1:gd name="connsiteX3-1115" fmla="*/ 0 w 7513044"/>
              <ns1:gd name="connsiteY3-1116" fmla="*/ 0 h 6879174"/>
              <ns1:gd name="connsiteX4-1117" fmla="*/ 6868891 w 7513044"/>
              <ns1:gd name="connsiteY4-1118" fmla="*/ 197279 h 6879174"/>
              <ns1:gd name="connsiteX0-1119" fmla="*/ 6868891 w 7374082"/>
              <ns1:gd name="connsiteY0-1120" fmla="*/ 197279 h 6879174"/>
              <ns1:gd name="connsiteX1-1121" fmla="*/ 6858000 w 7374082"/>
              <ns1:gd name="connsiteY1-1122" fmla="*/ 6879174 h 6879174"/>
              <ns1:gd name="connsiteX2-1123" fmla="*/ 0 w 7374082"/>
              <ns1:gd name="connsiteY2-1124" fmla="*/ 6879174 h 6879174"/>
              <ns1:gd name="connsiteX3-1125" fmla="*/ 0 w 7374082"/>
              <ns1:gd name="connsiteY3-1126" fmla="*/ 0 h 6879174"/>
              <ns1:gd name="connsiteX4-1127" fmla="*/ 6868891 w 7374082"/>
              <ns1:gd name="connsiteY4-1128" fmla="*/ 197279 h 6879174"/>
              <ns1:gd name="connsiteX0-1129" fmla="*/ 6868891 w 6868891"/>
              <ns1:gd name="connsiteY0-1130" fmla="*/ 197279 h 6879174"/>
              <ns1:gd name="connsiteX1-1131" fmla="*/ 6858000 w 6868891"/>
              <ns1:gd name="connsiteY1-1132" fmla="*/ 6879174 h 6879174"/>
              <ns1:gd name="connsiteX2-1133" fmla="*/ 0 w 6868891"/>
              <ns1:gd name="connsiteY2-1134" fmla="*/ 6879174 h 6879174"/>
              <ns1:gd name="connsiteX3-1135" fmla="*/ 0 w 6868891"/>
              <ns1:gd name="connsiteY3-1136" fmla="*/ 0 h 6879174"/>
              <ns1:gd name="connsiteX4-1137" fmla="*/ 6868891 w 6868891"/>
              <ns1:gd name="connsiteY4-1138" fmla="*/ 197279 h 687917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6868891" h="6879174">
                <ns1:moveTo>
                  <ns1:pt x="6868891" y="197279"/>
                </ns1:moveTo>
                <ns1:cubicBezTo>
                  <ns1:pt x="6865263" y="1808265"/>
                  <ns1:pt x="6858000" y="6879174"/>
                  <ns1:pt x="6858000" y="6879174"/>
                </ns1:cubicBezTo>
                <ns1:lnTo>
                  <ns1:pt x="0" y="6879174"/>
                </ns1:lnTo>
                <ns1:lnTo>
                  <ns1:pt x="0" y="0"/>
                </ns1:lnTo>
                <ns1:cubicBezTo>
                  <ns1:pt x="2329546" y="1257529"/>
                  <ns1:pt x="4524837" y="1741029"/>
                  <ns1:pt x="6868891" y="197279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7" name="矩形 26"/>
          <ns0:cNvSpPr/>
          <ns0:nvPr/>
        </ns0:nvSpPr>
        <ns0:spPr>
          <ns1:xfrm>
            <ns1:off x="4540271" y="224643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1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8" name="矩形 27"/>
          <ns0:cNvSpPr/>
          <ns0:nvPr/>
        </ns0:nvSpPr>
        <ns0:spPr>
          <ns1:xfrm>
            <ns1:off x="4887595" y="2209165"/>
            <ns1:ext cx="103187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系统概述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9" name="矩形 28"/>
          <ns0:cNvSpPr/>
          <ns0:nvPr/>
        </ns0:nvSpPr>
        <ns0:spPr>
          <ns1:xfrm>
            <ns1:off x="4540271" y="2627717"/>
            <ns1:ext cx="237601" cy="237601"/>
          </ns1:xfrm>
          <ns1:prstGeom prst="rect">
            <ns1:avLst/>
          </ns1:prstGeom>
          <ns1:solidFill>
            <ns1:schemeClr val="accent1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2</ns1:t>
            </ns1:r>
            <ns1:endParaRPr lang="en-US" altLang="zh-CN" sz="1500" b="1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0" name="矩形 29"/>
          <ns0:cNvSpPr/>
          <ns0:nvPr/>
        </ns0:nvSpPr>
        <ns0:spPr>
          <ns1:xfrm>
            <ns1:off x="4887372" y="259709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1" name="文本框 30"/>
          <ns0:cNvSpPr txBox="1"/>
          <ns0:nvPr/>
        </ns0:nvSpPr>
        <ns0:spPr>
          <ns1:xfrm>
            <ns1:off x="4444553" y="1142128"/>
            <ns1:ext cx="2885886" cy="923330"/>
          </ns1:xfrm>
          <ns1:prstGeom prst="rect">
            <ns1:avLst/>
          </ns1:prstGeom>
          <ns1:solidFill>
            <ns1:schemeClr val="bg1">
              <ns1:alpha val="0"/>
            </ns1:schemeClr>
          </ns1:solidFill>
        </ns0:spPr>
        <ns0:txBody>
          <ns1:bodyPr wrap="square">
            <ns1:spAutoFit/>
          </ns1:bodyPr>
          <ns1:lstStyle>
            <ns1:lvl1pPr eaLnBrk="0" hangingPunct="0">
              <ns1:defRPr sz="280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j-cs"/>
              </ns1:defRPr>
            </ns1:lvl1pPr>
            <ns1:lvl2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2pPr>
            <ns1:lvl3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3pPr>
            <ns1:lvl4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4pPr>
            <ns1:lvl5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5pPr>
            <ns1:lvl6pPr marL="4572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6pPr>
            <ns1:lvl7pPr marL="9144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7pPr>
            <ns1:lvl8pPr marL="13716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8pPr>
            <ns1:lvl9pPr marL="18288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9pPr>
          </ns1:lstStyle>
          <ns1:p>
            <ns1:r>
              <ns1:rPr lang="zh-CN" altLang="en-US" sz="2700" dirty="0">
                <ns1:sym typeface="微软雅黑" panose="020B0503020204020204" pitchFamily="34" charset="-122"/>
              </ns1:rPr>
              <ns1:t>目录 </ns1:t>
            </ns1:r>
            <ns1:r>
              <ns1:rPr lang="en-US" altLang="zh-CN" sz="2700" dirty="0">
                <ns1:sym typeface="微软雅黑" panose="020B0503020204020204" pitchFamily="34" charset="-122"/>
              </ns1:rPr>
              <ns1:t>| CONTENT</ns1:t>
            </ns1:r>
            <ns1:endParaRPr lang="en-US" altLang="zh-CN" sz="2700" dirty="0">
              <ns1:sym typeface="微软雅黑" panose="020B0503020204020204" pitchFamily="34" charset="-122"/>
            </ns1:endParaRPr>
          </ns1:p>
        </ns0:txBody>
      </ns0:sp>
      <ns0:pic>
        <ns0:nvPicPr>
          <ns0:cNvPr id="32" name="图片 31"/>
          <ns0:cNvPicPr/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7429500" y="619125"/>
            <ns1:ext cx="1047750" cy="1047750"/>
          </ns1:xfrm>
          <ns1:prstGeom prst="rect">
            <ns1:avLst/>
          </ns1:prstGeom>
        </ns0:spPr>
      </ns0:pic>
      <ns0:sp>
        <ns0:nvSpPr>
          <ns0:cNvPr id="34" name="矩形 33"/>
          <ns0:cNvSpPr/>
          <ns0:nvPr/>
        </ns0:nvSpPr>
        <ns0:spPr>
          <ns1:xfrm>
            <ns1:off x="4540271" y="3008072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3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6" name="矩形 35"/>
          <ns0:cNvSpPr/>
          <ns0:nvPr/>
        </ns0:nvSpPr>
        <ns0:spPr>
          <ns1:xfrm>
            <ns1:off x="4887595" y="2977515"/>
            <ns1:ext cx="158051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页面与功能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7" name="矩形 36"/>
          <ns0:cNvSpPr/>
          <ns0:nvPr/>
        </ns0:nvSpPr>
        <ns0:spPr>
          <ns1:xfrm>
            <ns1:off x="4540271" y="337145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4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0" name="矩形 39"/>
          <ns0:cNvSpPr/>
          <ns0:nvPr/>
        </ns0:nvSpPr>
        <ns0:spPr>
          <ns1:xfrm>
            <ns1:off x="4540270" y="374767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5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1" name="矩形 40"/>
          <ns0:cNvSpPr/>
          <ns0:nvPr/>
        </ns0:nvSpPr>
        <ns0:spPr>
          <ns1:xfrm>
            <ns1:off x="4887595" y="3329305"/>
            <ns1:ext cx="139001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标准操作流程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2" name="矩形 41"/>
          <ns0:cNvSpPr/>
          <ns0:nvPr/>
        </ns0:nvSpPr>
        <ns0:spPr>
          <ns1:xfrm>
            <ns1:off x="4887595" y="3705225"/>
            <ns1:ext cx="1993900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状态说明与常见问题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3" name="矩形 42"/>
          <ns0:cNvSpPr/>
          <ns0:nvPr/>
        </ns0:nvSpPr>
        <ns0:spPr>
          <ns1:xfrm>
            <ns1:off x="4540270" y="416360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6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5" name="矩形 44"/>
          <ns0:cNvSpPr/>
          <ns0:nvPr/>
        </ns0:nvSpPr>
        <ns0:spPr>
          <ns1:xfrm>
            <ns1:off x="4887595" y="4121150"/>
            <ns1:ext cx="635000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培训总结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6" name="矩形 45"/>
          <ns0:cNvSpPr/>
          <ns0:nvPr/>
        </ns0:nvSpPr>
        <ns0:spPr>
          <ns1:xfrm>
            <ns1:off x="4898390" y="2593340"/>
            <ns1:ext cx="100520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系统与硬件</ns1:t>
            </ns1:r>
            <ns1:endParaRPr lang="zh-CN" altLang="en-US" sz="1500" b="1" dirty="0">
              <ns1:solidFill>
                <ns1:schemeClr val="accent1"/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</ns0:spTree>
  </ns0:cSld>
  <ns0:clrMapOvr>
    <ns1:masterClrMapping/>
  </ns0:clrMapOvr>
  <ns4:AlternateContent>
    <ns4:Choice Requires="p14">
      <ns0:transition spd="med" ns5:dur="700">
        <ns0:fade/>
      </ns0:transition>
    </ns4:Choice>
    <ns4:Fallback>
      <ns0:transition spd="med">
        <ns0:fade/>
      </ns0:transition>
    </ns4:Fallback>
  </ns4:AlternateContent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 xmlns:ns4="http://schemas.openxmlformats.org/markup-compatibility/2006" xmlns:ns5="http://schemas.microsoft.com/office/powerpoint/2010/main">
  <ns0:cSld>
    <ns0:bg>
      <ns0:bgPr>
        <ns1:solidFill>
          <ns1:schemeClr val="bg1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2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2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系统与硬件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29" name="Rectangle 7"/>
          <ns0:cNvSpPr>
            <ns1:spLocks noChangeArrowheads="1"/>
          </ns0:cNvSpPr>
          <ns0:nvPr/>
        </ns0:nvSpPr>
        <ns0:spPr bwMode="auto">
          <ns1:xfrm>
            <ns1:off x="2" y="-184665"/>
            <ns1:ext cx="184731" cy="369332"/>
          </ns1:xfrm>
          <ns1:prstGeom prst="rect">
            <ns1:avLst/>
          </ns1:prstGeom>
          <ns1:noFill/>
          <ns1:ln>
            <ns1:noFill/>
          </ns1:ln>
          <ns1:effectLst/>
          <ns1:extLst>
            <ns1:ext uri="{909E8E84-426E-40DD-AFC4-6F175D3DCCD1}">
              <ns2:hiddenFill>
                <ns1:solidFill>
                  <ns1:schemeClr val="accent1"/>
                </ns1:solidFill>
              </ns2:hiddenFill>
            </ns1:ext>
            <ns1:ext uri="{91240B29-F687-4F45-9708-019B960494DF}">
              <ns2:hiddenLine w="9525">
                <ns1:solidFill>
                  <ns1:schemeClr val="tx1"/>
                </ns1:solidFill>
                <ns1:miter lim="800000"/>
                <ns1:headEnd/>
                <ns1:tailEnd/>
              </ns2:hiddenLine>
            </ns1:ext>
            <ns1:ext uri="{AF507438-7753-43E0-B8FC-AC1667EBCBE1}">
              <ns2:hiddenEffects>
                <ns1:effectLst>
                  <ns1:outerShdw dist="35921" dir="2700000" algn="ctr" rotWithShape="0">
                    <ns1:schemeClr val="bg2"/>
                  </ns1:outerShdw>
                </ns1:effectLst>
              </ns2:hiddenEffects>
            </ns1:ext>
          </ns1:extLst>
        </ns0:spPr>
        <ns0:txBody>
          <ns1:bodyPr vert="horz" wrap="none" lIns="91440" tIns="45720" rIns="91440" bIns="45720" numCol="1" anchor="ctr" anchorCtr="0" compatLnSpc="1">
            <ns1:spAutoFit/>
          </ns1:bodyPr>
          <ns1:lstStyle/>
          <ns1:p>
            <ns1:endParaRPr lang="zh-CN" altLang="en-US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ectangle 46"/>
          <ns0:cNvSpPr>
            <ns1:spLocks noChangeArrowheads="1"/>
          </ns0:cNvSpPr>
          <ns0:nvPr/>
        </ns0:nvSpPr>
        <ns0:spPr bwMode="auto">
          <ns1:xfrm>
            <ns1:off x="2" y="-184665"/>
            <ns1:ext cx="184731" cy="369332"/>
          </ns1:xfrm>
          <ns1:prstGeom prst="rect">
            <ns1:avLst/>
          </ns1:prstGeom>
          <ns1:noFill/>
          <ns1:ln>
            <ns1:noFill/>
          </ns1:ln>
          <ns1:effectLst/>
          <ns1:extLst>
            <ns1:ext uri="{909E8E84-426E-40DD-AFC4-6F175D3DCCD1}">
              <ns2:hiddenFill>
                <ns1:solidFill>
                  <ns1:schemeClr val="accent1"/>
                </ns1:solidFill>
              </ns2:hiddenFill>
            </ns1:ext>
            <ns1:ext uri="{91240B29-F687-4F45-9708-019B960494DF}">
              <ns2:hiddenLine w="9525">
                <ns1:solidFill>
                  <ns1:schemeClr val="tx1"/>
                </ns1:solidFill>
                <ns1:miter lim="800000"/>
                <ns1:headEnd/>
                <ns1:tailEnd/>
              </ns2:hiddenLine>
            </ns1:ext>
            <ns1:ext uri="{AF507438-7753-43E0-B8FC-AC1667EBCBE1}">
              <ns2:hiddenEffects>
                <ns1:effectLst>
                  <ns1:outerShdw dist="35921" dir="2700000" algn="ctr" rotWithShape="0">
                    <ns1:schemeClr val="bg2"/>
                  </ns1:outerShdw>
                </ns1:effectLst>
              </ns2:hiddenEffects>
            </ns1:ext>
          </ns1:extLst>
        </ns0:spPr>
        <ns0:txBody>
          <ns1:bodyPr vert="horz" wrap="none" lIns="91440" tIns="45720" rIns="91440" bIns="45720" numCol="1" anchor="ctr" anchorCtr="0" compatLnSpc="1">
            <ns1:spAutoFit/>
          </ns1:bodyPr>
          <ns1:lstStyle/>
          <ns1:p>
            <ns1:endParaRPr lang="zh-CN" altLang="en-US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ectangle 55"/>
          <ns0:cNvSpPr>
            <ns1:spLocks noChangeArrowheads="1"/>
          </ns0:cNvSpPr>
          <ns0:nvPr/>
        </ns0:nvSpPr>
        <ns0:spPr bwMode="auto">
          <ns1:xfrm>
            <ns1:off x="2" y="-184665"/>
            <ns1:ext cx="184731" cy="369332"/>
          </ns1:xfrm>
          <ns1:prstGeom prst="rect">
            <ns1:avLst/>
          </ns1:prstGeom>
          <ns1:noFill/>
          <ns1:ln>
            <ns1:noFill/>
          </ns1:ln>
          <ns1:effectLst/>
          <ns1:extLst>
            <ns1:ext uri="{909E8E84-426E-40DD-AFC4-6F175D3DCCD1}">
              <ns2:hiddenFill>
                <ns1:solidFill>
                  <ns1:schemeClr val="accent1"/>
                </ns1:solidFill>
              </ns2:hiddenFill>
            </ns1:ext>
            <ns1:ext uri="{91240B29-F687-4F45-9708-019B960494DF}">
              <ns2:hiddenLine w="9525">
                <ns1:solidFill>
                  <ns1:schemeClr val="tx1"/>
                </ns1:solidFill>
                <ns1:miter lim="800000"/>
                <ns1:headEnd/>
                <ns1:tailEnd/>
              </ns2:hiddenLine>
            </ns1:ext>
            <ns1:ext uri="{AF507438-7753-43E0-B8FC-AC1667EBCBE1}">
              <ns2:hiddenEffects>
                <ns1:effectLst>
                  <ns1:outerShdw dist="35921" dir="2700000" algn="ctr" rotWithShape="0">
                    <ns1:schemeClr val="bg2"/>
                  </ns1:outerShdw>
                </ns1:effectLst>
              </ns2:hiddenEffects>
            </ns1:ext>
          </ns1:extLst>
        </ns0:spPr>
        <ns0:txBody>
          <ns1:bodyPr vert="horz" wrap="none" lIns="91440" tIns="45720" rIns="91440" bIns="45720" numCol="1" anchor="ctr" anchorCtr="0" compatLnSpc="1">
            <ns1:spAutoFit/>
          </ns1:bodyPr>
          <ns1:lstStyle/>
          <ns1:p>
            <ns1:endParaRPr lang="zh-CN" altLang="en-US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grpSp>
        <ns0:nvGrpSpPr>
          <ns0:cNvPr id="11" name="组合 10"/>
          <ns0:cNvGrpSpPr/>
          <ns0:nvPr/>
        </ns0:nvGrpSpPr>
        <ns0:grpSpPr>
          <ns1:xfrm rot="0">
            <ns1:off x="2131060" y="1475105"/>
            <ns1:ext cx="2978688" cy="2971006"/>
            <ns1:chOff x="4455" y="1234"/>
            <ns1:chExt cx="5541" cy="5658"/>
          </ns1:xfrm>
        </ns0:grpSpPr>
        <ns0:pic>
          <ns0:nvPicPr>
            <ns0:cNvPr id="2" name="图片 1"/>
            <ns0:cNvPicPr>
              <ns1:picLocks noChangeAspect="1"/>
            </ns0:cNvPicPr>
            <ns0:nvPr/>
          </ns0:nvPicPr>
          <ns0:blipFill>
            <ns1:blip ns3:embed="rId1"/>
            <ns1:stretch>
              <ns1:fillRect/>
            </ns1:stretch>
          </ns0:blipFill>
          <ns0:spPr>
            <ns1:xfrm>
              <ns1:off x="4455" y="1234"/>
              <ns1:ext cx="5540" cy="2757"/>
            </ns1:xfrm>
            <ns1:prstGeom prst="rect">
              <ns1:avLst/>
            </ns1:prstGeom>
          </ns0:spPr>
        </ns0:pic>
        <ns0:pic>
          <ns0:nvPicPr>
            <ns0:cNvPr id="5" name="图片 4"/>
            <ns0:cNvPicPr>
              <ns1:picLocks noChangeAspect="1"/>
            </ns0:cNvPicPr>
            <ns0:nvPr/>
          </ns0:nvPicPr>
          <ns0:blipFill>
            <ns1:blip ns3:embed="rId2"/>
            <ns1:stretch>
              <ns1:fillRect/>
            </ns1:stretch>
          </ns0:blipFill>
          <ns0:spPr>
            <ns1:xfrm>
              <ns1:off x="4455" y="4247"/>
              <ns1:ext cx="5541" cy="2645"/>
            </ns1:xfrm>
            <ns1:prstGeom prst="rect">
              <ns1:avLst/>
            </ns1:prstGeom>
          </ns0:spPr>
        </ns0:pic>
      </ns0:grpSp>
      <ns0:grpSp>
        <ns0:nvGrpSpPr>
          <ns0:cNvPr id="9" name="组合 8"/>
          <ns0:cNvGrpSpPr/>
          <ns0:nvPr/>
        </ns0:nvGrpSpPr>
        <ns0:grpSpPr>
          <ns1:xfrm>
            <ns1:off x="5858510" y="2142682"/>
            <ns1:ext cx="1681337" cy="1271447"/>
            <ns1:chOff x="10854" y="3549"/>
            <ns1:chExt cx="3421" cy="2655"/>
          </ns1:xfrm>
        </ns0:grpSpPr>
        <ns0:pic>
          <ns0:nvPicPr>
            <ns0:cNvPr id="20" name="图片 19"/>
            <ns0:cNvPicPr>
              <ns1:picLocks noChangeAspect="1"/>
            </ns0:cNvPicPr>
            <ns0:nvPr/>
          </ns0:nvPicPr>
          <ns0:blipFill>
            <ns1:blip ns3:embed="rId3"/>
            <ns1:stretch>
              <ns1:fillRect/>
            </ns1:stretch>
          </ns0:blipFill>
          <ns0:spPr>
            <ns1:xfrm>
              <ns1:off x="11754" y="3549"/>
              <ns1:ext cx="1620" cy="1582"/>
            </ns1:xfrm>
            <ns1:prstGeom prst="rect">
              <ns1:avLst/>
            </ns1:prstGeom>
          </ns0:spPr>
        </ns0:pic>
        <ns0:sp>
          <ns0:nvSpPr>
            <ns0:cNvPr id="21" name="文本框 20"/>
            <ns0:cNvSpPr txBox="1"/>
            <ns0:nvPr/>
          </ns0:nvSpPr>
          <ns0:spPr>
            <ns1:xfrm>
              <ns1:off x="10854" y="5150"/>
              <ns1:ext cx="3421" cy="1054"/>
            </ns1:xfrm>
            <ns1:prstGeom prst="rect">
              <ns1:avLst/>
            </ns1:prstGeom>
            <ns1:noFill/>
          </ns0:spPr>
          <ns0:txBody>
            <ns1:bodyPr wrap="square" rtlCol="0">
              <ns1:noAutofit/>
            </ns1:bodyPr>
            <ns1:p>
              <ns1:pPr algn="ctr"/>
              <ns1:r>
                <ns1:rPr lang="zh-CN" altLang="en-US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</ns1:rPr>
                <ns1:t>麦克风：</ns1:t>
              </ns1:r>
              <ns1:r>
                <ns1:rPr lang="en-US" altLang="zh-CN" sz="1400">
                  <ns1:latin typeface="Times New Roman" panose="02020603050405020304" charset="0"/>
                  <ns1:cs typeface="Times New Roman" panose="02020603050405020304" charset="0"/>
                </ns1:rPr>
                <ns1:t>ReSpeaker</ns1:t>
              </ns1:r>
              <ns1:endParaRPr lang="en-US" altLang="zh-CN" sz="1400">
                <ns1:latin typeface="Times New Roman" panose="02020603050405020304" charset="0"/>
                <ns1:cs typeface="Times New Roman" panose="02020603050405020304" charset="0"/>
              </ns1:endParaRPr>
            </ns1:p>
            <ns1:p>
              <ns1:pPr algn="ctr"/>
              <ns1:r>
                <ns1:rPr lang="zh-CN" altLang="en-US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</ns1:rPr>
                <ns1:t>麦克风阵列，用于采音</ns1:t>
              </ns1:r>
              <ns1:endParaRPr lang="zh-CN" altLang="en-US" sz="1400">
                <ns1:latin typeface="宋体" panose="02010600030101010101" pitchFamily="2" charset="-122"/>
                <ns1:ea typeface="宋体" panose="02010600030101010101" pitchFamily="2" charset="-122"/>
                <ns1:cs typeface="Times New Roman" panose="02020603050405020304" charset="0"/>
              </ns1:endParaRPr>
            </ns1:p>
          </ns0:txBody>
        </ns0:sp>
      </ns0:grpSp>
      <ns0:grpSp>
        <ns0:nvGrpSpPr>
          <ns0:cNvPr id="30" name="组合 29"/>
          <ns0:cNvGrpSpPr/>
          <ns0:nvPr/>
        </ns0:nvGrpSpPr>
        <ns0:grpSpPr>
          <ns1:xfrm>
            <ns1:off x="5774055" y="3448685"/>
            <ns1:ext cx="2171065" cy="1319530"/>
            <ns1:chOff x="11220" y="5928"/>
            <ns1:chExt cx="3419" cy="2078"/>
          </ns1:xfrm>
        </ns0:grpSpPr>
        <ns0:pic>
          <ns0:nvPicPr>
            <ns0:cNvPr id="19" name="图片 18"/>
            <ns0:cNvPicPr>
              <ns1:picLocks noChangeAspect="1"/>
            </ns0:cNvPicPr>
            <ns0:nvPr/>
          </ns0:nvPicPr>
          <ns0:blipFill>
            <ns1:blip ns3:embed="rId4"/>
            <ns1:stretch>
              <ns1:fillRect/>
            </ns1:stretch>
          </ns0:blipFill>
          <ns0:spPr>
            <ns1:xfrm>
              <ns1:off x="11751" y="5928"/>
              <ns1:ext cx="1755" cy="1290"/>
            </ns1:xfrm>
            <ns1:prstGeom prst="rect">
              <ns1:avLst/>
            </ns1:prstGeom>
          </ns0:spPr>
        </ns0:pic>
        <ns0:sp>
          <ns0:nvSpPr>
            <ns0:cNvPr id="22" name="文本框 21"/>
            <ns0:cNvSpPr txBox="1"/>
            <ns0:nvPr/>
          </ns0:nvSpPr>
          <ns0:spPr>
            <ns1:xfrm>
              <ns1:off x="11220" y="7199"/>
              <ns1:ext cx="3419" cy="807"/>
            </ns1:xfrm>
            <ns1:prstGeom prst="rect">
              <ns1:avLst/>
            </ns1:prstGeom>
            <ns1:noFill/>
          </ns0:spPr>
          <ns0:txBody>
            <ns1:bodyPr wrap="square" rtlCol="0">
              <ns1:noAutofit/>
            </ns1:bodyPr>
            <ns1:p>
              <ns1:pPr algn="ctr"/>
              <ns1:r>
                <ns1:rPr lang="zh-CN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  <ns1:sym typeface="+mn-ea"/>
                </ns1:rPr>
                <ns1:t>主板：香橙派</ns1:t>
              </ns1:r>
              <ns1:endParaRPr lang="zh-CN" sz="1400">
                <ns1:latin typeface="Times New Roman" panose="02020603050405020304" charset="0"/>
                <ns1:cs typeface="Times New Roman" panose="02020603050405020304" charset="0"/>
              </ns1:endParaRPr>
            </ns1:p>
            <ns1:p>
              <ns1:pPr algn="ctr"/>
              <ns1:r>
                <ns1:rPr lang="zh-CN" altLang="en-US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</ns1:rPr>
                <ns1:t>芯片：瑞芯微</ns1:t>
              </ns1:r>
              <ns1:r>
                <ns1:rPr lang="en-US" altLang="zh-CN" sz="1400">
                  <ns1:latin typeface="Times New Roman" panose="02020603050405020304" charset="0"/>
                  <ns1:cs typeface="Times New Roman" panose="02020603050405020304" charset="0"/>
                </ns1:rPr>
                <ns1:t>RK3588</ns1:t>
              </ns1:r>
              <ns1:endParaRPr lang="zh-CN" altLang="en-US" sz="1400">
                <ns1:latin typeface="Times New Roman" panose="02020603050405020304" charset="0"/>
                <ns1:cs typeface="Times New Roman" panose="02020603050405020304" charset="0"/>
              </ns1:endParaRPr>
            </ns1:p>
          </ns0:txBody>
        </ns0:sp>
      </ns0:grpSp>
      <ns0:grpSp>
        <ns0:nvGrpSpPr>
          <ns0:cNvPr id="27" name="组合 26"/>
          <ns0:cNvGrpSpPr/>
          <ns0:nvPr/>
        </ns0:nvGrpSpPr>
        <ns0:grpSpPr>
          <ns1:xfrm>
            <ns1:off x="5639435" y="1167130"/>
            <ns1:ext cx="2185670" cy="854710"/>
            <ns1:chOff x="10980" y="1381"/>
            <ns1:chExt cx="3442" cy="1346"/>
          </ns1:xfrm>
        </ns0:grpSpPr>
        <ns0:pic>
          <ns0:nvPicPr>
            <ns0:cNvPr id="10" name="图片 9"/>
            <ns0:cNvPicPr>
              <ns1:picLocks noChangeAspect="1"/>
            </ns0:cNvPicPr>
            <ns0:nvPr/>
          </ns0:nvPicPr>
          <ns0:blipFill>
            <ns1:blip ns3:embed="rId5"/>
            <ns1:stretch>
              <ns1:fillRect/>
            </ns1:stretch>
          </ns0:blipFill>
          <ns0:spPr>
            <ns1:xfrm>
              <ns1:off x="11973" y="1381"/>
              <ns1:ext cx="1303" cy="912"/>
            </ns1:xfrm>
            <ns1:prstGeom prst="rect">
              <ns1:avLst/>
            </ns1:prstGeom>
          </ns0:spPr>
        </ns0:pic>
        <ns0:sp>
          <ns0:nvSpPr>
            <ns0:cNvPr id="23" name="文本框 22"/>
            <ns0:cNvSpPr txBox="1"/>
            <ns0:nvPr/>
          </ns0:nvSpPr>
          <ns0:spPr>
            <ns1:xfrm>
              <ns1:off x="10980" y="2321"/>
              <ns1:ext cx="3442" cy="406"/>
            </ns1:xfrm>
            <ns1:prstGeom prst="rect">
              <ns1:avLst/>
            </ns1:prstGeom>
            <ns1:noFill/>
          </ns0:spPr>
          <ns0:txBody>
            <ns1:bodyPr wrap="square" rtlCol="0">
              <ns1:noAutofit/>
            </ns1:bodyPr>
            <ns1:p>
              <ns1:pPr algn="ctr"/>
              <ns1:r>
                <ns1:rPr lang="zh-CN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</ns1:rPr>
                <ns1:t>屏幕：触摸屏，用于本地操作与状态查看</ns1:t>
              </ns1:r>
              <ns1:endParaRPr lang="zh-CN" sz="1400">
                <ns1:latin typeface="Times New Roman" panose="02020603050405020304" charset="0"/>
                <ns1:cs typeface="Times New Roman" panose="02020603050405020304" charset="0"/>
              </ns1:endParaRPr>
            </ns1:p>
          </ns0:txBody>
        </ns0:sp>
      </ns0:grpSp>
      <ns0:cxnSp>
        <ns0:nvCxnSpPr>
          <ns0:cNvPr id="24" name="直接连接符 23"/>
          <ns0:cNvCxnSpPr/>
          <ns0:nvPr/>
        </ns0:nvCxnSpPr>
        <ns0:spPr>
          <ns1:xfrm flipV="1">
            <ns1:off x="3185160" y="1365885"/>
            <ns1:ext cx="292100" cy="137795"/>
          </ns1:xfrm>
          <ns1:prstGeom prst="line">
            <ns1:avLst/>
          </ns1:prstGeom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cxnSp>
        <ns0:nvCxnSpPr>
          <ns0:cNvPr id="25" name="直接连接符 24"/>
          <ns0:cNvCxnSpPr/>
          <ns0:nvPr/>
        </ns0:nvCxnSpPr>
        <ns0:spPr>
          <ns1:xfrm>
            <ns1:off x="3477260" y="1365885"/>
            <ns1:ext cx="2658110" cy="0"/>
          </ns1:xfrm>
          <ns1:prstGeom prst="line">
            <ns1:avLst/>
          </ns1:prstGeom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8" name="椭圆 27"/>
          <ns0:cNvSpPr/>
          <ns0:nvPr/>
        </ns0:nvSpPr>
        <ns0:spPr>
          <ns1:xfrm>
            <ns1:off x="6135370" y="1317625"/>
            <ns1:ext cx="76200" cy="76200"/>
          </ns1:xfrm>
          <ns1:prstGeom prst="ellipse">
            <ns1:avLst/>
          </ns1:prstGeom>
          <ns1:ln>
            <ns1:noFill/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grpSp>
        <ns0:nvGrpSpPr>
          <ns0:cNvPr id="43" name="组合 42"/>
          <ns0:cNvGrpSpPr/>
          <ns0:nvPr/>
        </ns0:nvGrpSpPr>
        <ns0:grpSpPr>
          <ns1:xfrm>
            <ns1:off x="4897120" y="2138045"/>
            <ns1:ext cx="1268730" cy="465455"/>
            <ns1:chOff x="8411" y="3509"/>
            <ns1:chExt cx="1998" cy="733"/>
          </ns1:xfrm>
        </ns0:grpSpPr>
        <ns0:cxnSp>
          <ns0:nvCxnSpPr>
            <ns0:cNvPr id="34" name="直接连接符 33"/>
            <ns0:cNvCxnSpPr/>
            <ns0:nvPr/>
          </ns0:nvCxnSpPr>
          <ns0:spPr>
            <ns1:xfrm>
              <ns1:off x="8411" y="3509"/>
              <ns1:ext cx="884" cy="683"/>
            </ns1:xfrm>
            <ns1:prstGeom prst="line">
              <ns1:avLst/>
            </ns1:prstGeom>
          </ns0:spPr>
          <ns0:style>
            <ns1:lnRef idx="2">
              <ns1:schemeClr val="accent1"/>
            </ns1:lnRef>
            <ns1:fillRef idx="0">
              <ns1:srgbClr val="FFFFFF"/>
            </ns1:fillRef>
            <ns1:effectRef idx="0">
              <ns1:srgbClr val="FFFFFF"/>
            </ns1:effectRef>
            <ns1:fontRef idx="minor">
              <ns1:schemeClr val="tx1"/>
            </ns1:fontRef>
          </ns0:style>
        </ns0:cxnSp>
        <ns0:grpSp>
          <ns0:nvGrpSpPr>
            <ns0:cNvPr id="37" name="组合 36"/>
            <ns0:cNvGrpSpPr/>
            <ns0:nvPr/>
          </ns0:nvGrpSpPr>
          <ns0:grpSpPr>
            <ns1:xfrm>
              <ns1:off x="9263" y="4122"/>
              <ns1:ext cx="1146" cy="120"/>
              <ns1:chOff x="10557" y="3588"/>
              <ns1:chExt cx="1146" cy="120"/>
            </ns1:xfrm>
          </ns0:grpSpPr>
          <ns0:sp>
            <ns0:nvSpPr>
              <ns0:cNvPr id="35" name="椭圆 34"/>
              <ns0:cNvSpPr/>
              <ns0:nvPr/>
            </ns0:nvSpPr>
            <ns0:spPr>
              <ns1:xfrm>
                <ns1:off x="11583" y="3588"/>
                <ns1:ext cx="120" cy="120"/>
              </ns1:xfrm>
              <ns1:prstGeom prst="ellipse">
                <ns1:avLst/>
              </ns1:prstGeom>
              <ns1:ln>
                <ns1:noFill/>
              </ns1:ln>
            </ns0:spPr>
            <ns0:style>
              <ns1:lnRef idx="2">
                <ns1:schemeClr val="accent1">
                  <ns1:lumMod val="75000"/>
                </ns1:schemeClr>
              </ns1:lnRef>
              <ns1:fillRef idx="1">
                <ns1:schemeClr val="accent1"/>
              </ns1:fillRef>
              <ns1:effectRef idx="0">
                <ns1:srgbClr val="FFFFFF"/>
              </ns1:effectRef>
              <ns1:fontRef idx="minor">
                <ns1:schemeClr val="lt1"/>
              </ns1:fontRef>
            </ns0:style>
            <ns0:txBody>
              <ns1:bodyPr rtlCol="0" anchor="ctr"/>
              <ns1:p>
                <ns1:pPr algn="ctr"/>
                <ns1:endParaRPr lang="zh-CN" altLang="en-US"/>
              </ns1:p>
            </ns0:txBody>
          </ns0:sp>
          <ns0:cxnSp>
            <ns0:nvCxnSpPr>
              <ns0:cNvPr id="36" name="直接连接符 35"/>
              <ns0:cNvCxnSpPr/>
              <ns0:nvPr/>
            </ns0:nvCxnSpPr>
            <ns0:spPr>
              <ns1:xfrm flipV="1">
                <ns1:off x="10557" y="3648"/>
                <ns1:ext cx="1082" cy="2"/>
              </ns1:xfrm>
              <ns1:prstGeom prst="line">
                <ns1:avLst/>
              </ns1:prstGeom>
            </ns0:spPr>
            <ns0:style>
              <ns1:lnRef idx="2">
                <ns1:schemeClr val="accent1"/>
              </ns1:lnRef>
              <ns1:fillRef idx="0">
                <ns1:srgbClr val="FFFFFF"/>
              </ns1:fillRef>
              <ns1:effectRef idx="0">
                <ns1:srgbClr val="FFFFFF"/>
              </ns1:effectRef>
              <ns1:fontRef idx="minor">
                <ns1:schemeClr val="tx1"/>
              </ns1:fontRef>
            </ns0:style>
          </ns0:cxnSp>
        </ns0:grpSp>
      </ns0:grpSp>
      <ns0:cxnSp>
        <ns0:nvCxnSpPr>
          <ns0:cNvPr id="40" name="直接连接符 39"/>
          <ns0:cNvCxnSpPr>
            <ns1:endCxn id="41" idx="2"/>
          </ns0:cNvCxnSpPr>
          <ns0:nvPr/>
        </ns0:nvCxnSpPr>
        <ns0:spPr>
          <ns1:xfrm>
            <ns1:off x="4791075" y="3872230"/>
            <ns1:ext cx="1258570" cy="1905"/>
          </ns1:xfrm>
          <ns1:prstGeom prst="line">
            <ns1:avLst/>
          </ns1:prstGeom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41" name="椭圆 40"/>
          <ns0:cNvSpPr/>
          <ns0:nvPr/>
        </ns0:nvSpPr>
        <ns0:spPr>
          <ns1:xfrm>
            <ns1:off x="6049645" y="3836035"/>
            <ns1:ext cx="76200" cy="76200"/>
          </ns1:xfrm>
          <ns1:prstGeom prst="ellipse">
            <ns1:avLst/>
          </ns1:prstGeom>
          <ns1:ln>
            <ns1:noFill/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文本框 43"/>
          <ns0:cNvSpPr txBox="1"/>
          <ns0:nvPr/>
        </ns0:nvSpPr>
        <ns0:spPr>
          <ns1:xfrm>
            <ns1:off x="2131060" y="647700"/>
            <ns1:ext cx="3048000" cy="36830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p>
            <ns1:pPr algn="ctr"/>
            <ns1:r>
              <ns1:rPr lang="zh-CN" altLang="en-US" b="1">
                <ns1:latin typeface="宋体" panose="02010600030101010101" pitchFamily="2" charset="-122"/>
                <ns1:ea typeface="宋体" panose="02010600030101010101" pitchFamily="2" charset="-122"/>
              </ns1:rPr>
              <ns1:t>设备外观示意</ns1:t>
            </ns1:r>
            <ns1:endParaRPr lang="zh-CN" altLang="en-US" b="1">
              <ns1:latin typeface="宋体" panose="02010600030101010101" pitchFamily="2" charset="-122"/>
              <ns1:ea typeface="宋体" panose="02010600030101010101" pitchFamily="2" charset="-122"/>
            </ns1:endParaRPr>
          </ns1:p>
        </ns0:txBody>
      </ns0:sp>
      <ns0:sp>
        <ns0:nvSpPr>
          <ns0:cNvPr id="45" name="文本框 44"/>
          <ns0:cNvSpPr txBox="1"/>
          <ns0:nvPr/>
        </ns0:nvSpPr>
        <ns0:spPr>
          <ns1:xfrm>
            <ns1:off x="5774055" y="647700"/>
            <ns1:ext cx="1697990" cy="36830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p>
            <ns1:pPr algn="ctr"/>
            <ns1:r>
              <ns1:rPr lang="zh-CN" altLang="en-US" b="1">
                <ns1:latin typeface="宋体" panose="02010600030101010101" pitchFamily="2" charset="-122"/>
                <ns1:ea typeface="宋体" panose="02010600030101010101" pitchFamily="2" charset="-122"/>
              </ns1:rPr>
              <ns1:t>操作员关注：电源、麦克风、屏幕、网络</ns1:t>
            </ns1:r>
            <ns1:endParaRPr lang="zh-CN" altLang="en-US" b="1">
              <ns1:latin typeface="宋体" panose="02010600030101010101" pitchFamily="2" charset="-122"/>
              <ns1:ea typeface="宋体" panose="02010600030101010101" pitchFamily="2" charset="-122"/>
            </ns1:endParaRPr>
          </ns1:p>
        </ns0:txBody>
      </ns0:sp>
    </ns0:spTree>
  </ns0:cSld>
  <ns0:clrMapOvr>
    <ns1:overrideClrMapping bg1="lt1" tx1="dk1" bg2="lt2" tx2="dk2" accent1="accent1" accent2="accent2" accent3="accent3" accent4="accent4" accent5="accent5" accent6="accent6" hlink="hlink" folHlink="folHlink"/>
  </ns0:clrMapOvr>
  <ns4:AlternateContent>
    <ns4:Choice Requires="p14">
      <ns0:transition spd="slow" ns5:dur="2000" advTm="22878"/>
    </ns4:Choice>
    <ns4:Fallback>
      <ns0:transition spd="slow" advTm="22878"/>
    </ns4:Fallback>
  </ns4:AlternateContent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openxmlformats.org/markup-compatibility/2006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 bwMode="auto">
          <ns1:xfrm>
            <ns1:off x="2" y="0"/>
            <ns1:ext cx="4419601" cy="5143500"/>
          </ns1:xfrm>
          <ns1:prstGeom prst="rect">
            <ns1:avLst/>
          </ns1:prstGeom>
          <ns1:solidFill>
            <ns1:schemeClr val="accent1">
              <ns1:alpha val="8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" name="矩形 3"/>
          <ns0:cNvSpPr/>
          <ns0:nvPr/>
        </ns0:nvSpPr>
        <ns0:spPr bwMode="auto">
          <ns1:xfrm rot="5400000" flipV="1">
            <ns1:off x="1402556" y="-1402554"/>
            <ns1:ext cx="928688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12" name="矩形 11"/>
          <ns0:cNvSpPr/>
          <ns0:nvPr/>
        </ns0:nvSpPr>
        <ns0:spPr bwMode="auto">
          <ns1:xfrm rot="5400000">
            <ns1:off x="1409697" y="2819402"/>
            <ns1:ext cx="914401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grpSp>
        <ns0:nvGrpSpPr>
          <ns0:cNvPr id="15" name="组合 14"/>
          <ns0:cNvGrpSpPr/>
          <ns0:nvPr/>
        </ns0:nvGrpSpPr>
        <ns0:grpSpPr>
          <ns1:xfrm>
            <ns1:off x="1143000" y="802670"/>
            <ns1:ext cx="2065538" cy="3485243"/>
            <ns1:chOff x="0" y="1111187"/>
            <ns1:chExt cx="2754050" cy="4646991"/>
          </ns1:xfrm>
        </ns0:grpSpPr>
        <ns0:sp>
          <ns0:nvSpPr>
            <ns0:cNvPr id="16" name="椭圆 15"/>
            <ns0:cNvSpPr/>
            <ns0:nvPr/>
          </ns0:nvSpPr>
          <ns0:spPr>
            <ns1:xfrm>
              <ns1:off x="2450246" y="4863799"/>
              <ns1:ext cx="200570" cy="200570"/>
            </ns1:xfrm>
            <ns1:prstGeom prst="ellipse">
              <ns1:avLst/>
            </ns1:prstGeom>
            <ns1:solidFill>
              <ns1:schemeClr val="bg1">
                <ns1:alpha val="26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7" name="椭圆 16"/>
            <ns0:cNvSpPr/>
            <ns0:nvPr/>
          </ns0:nvSpPr>
          <ns0:spPr>
            <ns1:xfrm>
              <ns1:off x="0" y="1111187"/>
              <ns1:ext cx="312134" cy="312134"/>
            </ns1:xfrm>
            <ns1:prstGeom prst="ellipse">
              <ns1:avLst/>
            </ns1:prstGeom>
            <ns1:solidFill>
              <ns1:schemeClr val="bg1">
                <ns1:alpha val="13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8" name="椭圆 17"/>
            <ns0:cNvSpPr/>
            <ns0:nvPr/>
          </ns0:nvSpPr>
          <ns0:spPr>
            <ns1:xfrm>
              <ns1:off x="1114320" y="1611397"/>
              <ns1:ext cx="904679" cy="904679"/>
            </ns1:xfrm>
            <ns1:prstGeom prst="ellipse">
              <ns1:avLst/>
            </ns1:prstGeom>
            <ns1:solidFill>
              <ns1:schemeClr val="bg1">
                <ns1:alpha val="7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9" name="椭圆 18"/>
            <ns0:cNvSpPr/>
            <ns0:nvPr/>
          </ns0:nvSpPr>
          <ns0:spPr>
            <ns1:xfrm>
              <ns1:off x="854236" y="5460064"/>
              <ns1:ext cx="298114" cy="298114"/>
            </ns1:xfrm>
            <ns1:prstGeom prst="ellipse">
              <ns1:avLst/>
            </ns1:prstGeom>
            <ns1:solidFill>
              <ns1:schemeClr val="bg1">
                <ns1:alpha val="24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20" name="椭圆 19"/>
            <ns0:cNvSpPr/>
            <ns0:nvPr/>
          </ns0:nvSpPr>
          <ns0:spPr>
            <ns1:xfrm>
              <ns1:off x="2313236" y="1194804"/>
              <ns1:ext cx="440814" cy="440814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21" name="图片 20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962"/>
            <ns1:ext cx="3984172" cy="2929037"/>
          </ns1:xfrm>
          <ns1:prstGeom prst="rect">
            <ns1:avLst/>
          </ns1:prstGeom>
        </ns0:spPr>
      </ns0:pic>
      <ns0:pic>
        <ns0:nvPicPr>
          <ns0:cNvPr id="22" name="图片 21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014"/>
            <ns1:ext cx="4986338" cy="2929473"/>
          </ns1:xfrm>
          <ns1:prstGeom prst="rect">
            <ns1:avLst/>
          </ns1:prstGeom>
        </ns0:spPr>
      </ns0:pic>
      <ns0:sp>
        <ns0:nvSpPr>
          <ns0:cNvPr id="25" name="任意多边形 24"/>
          <ns0:cNvSpPr/>
          <ns0:nvPr/>
        </ns0:nvSpPr>
        <ns0:spPr>
          <ns1:xfrm rot="16200000">
            <ns1:off x="1222480" y="1102829"/>
            <ns1:ext cx="5143502" cy="2937840"/>
          </ns1:xfrm>
          <ns1:custGeom>
            <ns1:avLst/>
            <ns1:gdLst>
              <ns1:gd name="connsiteX0" fmla="*/ 9143999 w 9143999"/>
              <ns1:gd name="connsiteY0" fmla="*/ 0 h 2051818"/>
              <ns1:gd name="connsiteX1" fmla="*/ 9143999 w 9143999"/>
              <ns1:gd name="connsiteY1" fmla="*/ 2051818 h 2051818"/>
              <ns1:gd name="connsiteX2" fmla="*/ 0 w 9143999"/>
              <ns1:gd name="connsiteY2" fmla="*/ 2051818 h 2051818"/>
              <ns1:gd name="connsiteX3" fmla="*/ 0 w 9143999"/>
              <ns1:gd name="connsiteY3" fmla="*/ 1204077 h 2051818"/>
              <ns1:gd name="connsiteX4" fmla="*/ 6027 w 9143999"/>
              <ns1:gd name="connsiteY4" fmla="*/ 1207403 h 2051818"/>
              <ns1:gd name="connsiteX5" fmla="*/ 7674511 w 9143999"/>
              <ns1:gd name="connsiteY5" fmla="*/ 718908 h 2051818"/>
              <ns1:gd name="connsiteX6" fmla="*/ 9044856 w 9143999"/>
              <ns1:gd name="connsiteY6" fmla="*/ 57555 h 2051818"/>
              <ns1:gd name="connsiteX7" fmla="*/ 9143999 w 9143999"/>
              <ns1:gd name="connsiteY7" fmla="*/ 0 h 2051818"/>
              <ns1:gd name="connsiteX0-1" fmla="*/ 9143999 w 9143999"/>
              <ns1:gd name="connsiteY0-2" fmla="*/ 0 h 2051818"/>
              <ns1:gd name="connsiteX1-3" fmla="*/ 9143999 w 9143999"/>
              <ns1:gd name="connsiteY1-4" fmla="*/ 2051818 h 2051818"/>
              <ns1:gd name="connsiteX2-5" fmla="*/ 0 w 9143999"/>
              <ns1:gd name="connsiteY2-6" fmla="*/ 2051818 h 2051818"/>
              <ns1:gd name="connsiteX3-7" fmla="*/ 0 w 9143999"/>
              <ns1:gd name="connsiteY3-8" fmla="*/ 1204077 h 2051818"/>
              <ns1:gd name="connsiteX4-9" fmla="*/ 6027 w 9143999"/>
              <ns1:gd name="connsiteY4-10" fmla="*/ 1207403 h 2051818"/>
              <ns1:gd name="connsiteX5-11" fmla="*/ 9044856 w 9143999"/>
              <ns1:gd name="connsiteY5-12" fmla="*/ 57555 h 2051818"/>
              <ns1:gd name="connsiteX6-13" fmla="*/ 9143999 w 9143999"/>
              <ns1:gd name="connsiteY6-14" fmla="*/ 0 h 2051818"/>
              <ns1:gd name="connsiteX0-15" fmla="*/ 9143999 w 9143999"/>
              <ns1:gd name="connsiteY0-16" fmla="*/ 0 h 2051818"/>
              <ns1:gd name="connsiteX1-17" fmla="*/ 9143999 w 9143999"/>
              <ns1:gd name="connsiteY1-18" fmla="*/ 2051818 h 2051818"/>
              <ns1:gd name="connsiteX2-19" fmla="*/ 0 w 9143999"/>
              <ns1:gd name="connsiteY2-20" fmla="*/ 2051818 h 2051818"/>
              <ns1:gd name="connsiteX3-21" fmla="*/ 0 w 9143999"/>
              <ns1:gd name="connsiteY3-22" fmla="*/ 1204077 h 2051818"/>
              <ns1:gd name="connsiteX4-23" fmla="*/ 6027 w 9143999"/>
              <ns1:gd name="connsiteY4-24" fmla="*/ 1207403 h 2051818"/>
              <ns1:gd name="connsiteX5-25" fmla="*/ 9143999 w 9143999"/>
              <ns1:gd name="connsiteY5-26" fmla="*/ 0 h 2051818"/>
              <ns1:gd name="connsiteX0-27" fmla="*/ 9143999 w 9143999"/>
              <ns1:gd name="connsiteY0-28" fmla="*/ 0 h 2051818"/>
              <ns1:gd name="connsiteX1-29" fmla="*/ 9143999 w 9143999"/>
              <ns1:gd name="connsiteY1-30" fmla="*/ 2051818 h 2051818"/>
              <ns1:gd name="connsiteX2-31" fmla="*/ 0 w 9143999"/>
              <ns1:gd name="connsiteY2-32" fmla="*/ 2051818 h 2051818"/>
              <ns1:gd name="connsiteX3-33" fmla="*/ 0 w 9143999"/>
              <ns1:gd name="connsiteY3-34" fmla="*/ 1204077 h 2051818"/>
              <ns1:gd name="connsiteX4-35" fmla="*/ 6027 w 9143999"/>
              <ns1:gd name="connsiteY4-36" fmla="*/ 1207403 h 2051818"/>
              <ns1:gd name="connsiteX5-37" fmla="*/ 9143999 w 9143999"/>
              <ns1:gd name="connsiteY5-38" fmla="*/ 0 h 2051818"/>
              <ns1:gd name="connsiteX0-39" fmla="*/ 9143999 w 9143999"/>
              <ns1:gd name="connsiteY0-40" fmla="*/ 0 h 2051818"/>
              <ns1:gd name="connsiteX1-41" fmla="*/ 9143999 w 9143999"/>
              <ns1:gd name="connsiteY1-42" fmla="*/ 2051818 h 2051818"/>
              <ns1:gd name="connsiteX2-43" fmla="*/ 0 w 9143999"/>
              <ns1:gd name="connsiteY2-44" fmla="*/ 2051818 h 2051818"/>
              <ns1:gd name="connsiteX3-45" fmla="*/ 0 w 9143999"/>
              <ns1:gd name="connsiteY3-46" fmla="*/ 1204077 h 2051818"/>
              <ns1:gd name="connsiteX4-47" fmla="*/ 6027 w 9143999"/>
              <ns1:gd name="connsiteY4-48" fmla="*/ 1207403 h 2051818"/>
              <ns1:gd name="connsiteX5-49" fmla="*/ 9143999 w 9143999"/>
              <ns1:gd name="connsiteY5-50" fmla="*/ 0 h 2051818"/>
              <ns1:gd name="connsiteX0-51" fmla="*/ 9143999 w 9143999"/>
              <ns1:gd name="connsiteY0-52" fmla="*/ 0 h 2051818"/>
              <ns1:gd name="connsiteX1-53" fmla="*/ 9143999 w 9143999"/>
              <ns1:gd name="connsiteY1-54" fmla="*/ 2051818 h 2051818"/>
              <ns1:gd name="connsiteX2-55" fmla="*/ 0 w 9143999"/>
              <ns1:gd name="connsiteY2-56" fmla="*/ 2051818 h 2051818"/>
              <ns1:gd name="connsiteX3-57" fmla="*/ 0 w 9143999"/>
              <ns1:gd name="connsiteY3-58" fmla="*/ 1204077 h 2051818"/>
              <ns1:gd name="connsiteX4-59" fmla="*/ 6027 w 9143999"/>
              <ns1:gd name="connsiteY4-60" fmla="*/ 1207403 h 2051818"/>
              <ns1:gd name="connsiteX5-61" fmla="*/ 9143999 w 9143999"/>
              <ns1:gd name="connsiteY5-62" fmla="*/ 0 h 2051818"/>
              <ns1:gd name="connsiteX0-63" fmla="*/ 9143999 w 9143999"/>
              <ns1:gd name="connsiteY0-64" fmla="*/ 130228 h 2182046"/>
              <ns1:gd name="connsiteX1-65" fmla="*/ 9143999 w 9143999"/>
              <ns1:gd name="connsiteY1-66" fmla="*/ 2182046 h 2182046"/>
              <ns1:gd name="connsiteX2-67" fmla="*/ 0 w 9143999"/>
              <ns1:gd name="connsiteY2-68" fmla="*/ 2182046 h 2182046"/>
              <ns1:gd name="connsiteX3-69" fmla="*/ 0 w 9143999"/>
              <ns1:gd name="connsiteY3-70" fmla="*/ 1334305 h 2182046"/>
              <ns1:gd name="connsiteX4-71" fmla="*/ 6027 w 9143999"/>
              <ns1:gd name="connsiteY4-72" fmla="*/ 0 h 2182046"/>
              <ns1:gd name="connsiteX5-73" fmla="*/ 9143999 w 9143999"/>
              <ns1:gd name="connsiteY5-74" fmla="*/ 130228 h 2182046"/>
              <ns1:gd name="connsiteX0-75" fmla="*/ 9143999 w 9143999"/>
              <ns1:gd name="connsiteY0-76" fmla="*/ 0 h 2051818"/>
              <ns1:gd name="connsiteX1-77" fmla="*/ 9143999 w 9143999"/>
              <ns1:gd name="connsiteY1-78" fmla="*/ 2051818 h 2051818"/>
              <ns1:gd name="connsiteX2-79" fmla="*/ 0 w 9143999"/>
              <ns1:gd name="connsiteY2-80" fmla="*/ 2051818 h 2051818"/>
              <ns1:gd name="connsiteX3-81" fmla="*/ 0 w 9143999"/>
              <ns1:gd name="connsiteY3-82" fmla="*/ 1204077 h 2051818"/>
              <ns1:gd name="connsiteX4-83" fmla="*/ 25380 w 9143999"/>
              <ns1:gd name="connsiteY4-84" fmla="*/ 54648 h 2051818"/>
              <ns1:gd name="connsiteX5-85" fmla="*/ 9143999 w 9143999"/>
              <ns1:gd name="connsiteY5-86" fmla="*/ 0 h 2051818"/>
              <ns1:gd name="connsiteX0-87" fmla="*/ 9143999 w 9143999"/>
              <ns1:gd name="connsiteY0-88" fmla="*/ 0 h 2051818"/>
              <ns1:gd name="connsiteX1-89" fmla="*/ 9143999 w 9143999"/>
              <ns1:gd name="connsiteY1-90" fmla="*/ 2051818 h 2051818"/>
              <ns1:gd name="connsiteX2-91" fmla="*/ 0 w 9143999"/>
              <ns1:gd name="connsiteY2-92" fmla="*/ 2051818 h 2051818"/>
              <ns1:gd name="connsiteX3-93" fmla="*/ 0 w 9143999"/>
              <ns1:gd name="connsiteY3-94" fmla="*/ 1204077 h 2051818"/>
              <ns1:gd name="connsiteX4-95" fmla="*/ 25380 w 9143999"/>
              <ns1:gd name="connsiteY4-96" fmla="*/ 54648 h 2051818"/>
              <ns1:gd name="connsiteX5-97" fmla="*/ 9143999 w 9143999"/>
              <ns1:gd name="connsiteY5-98" fmla="*/ 0 h 2051818"/>
              <ns1:gd name="connsiteX0-99" fmla="*/ 9143999 w 9143999"/>
              <ns1:gd name="connsiteY0-100" fmla="*/ 0 h 2051818"/>
              <ns1:gd name="connsiteX1-101" fmla="*/ 9143999 w 9143999"/>
              <ns1:gd name="connsiteY1-102" fmla="*/ 2051818 h 2051818"/>
              <ns1:gd name="connsiteX2-103" fmla="*/ 0 w 9143999"/>
              <ns1:gd name="connsiteY2-104" fmla="*/ 2051818 h 2051818"/>
              <ns1:gd name="connsiteX3-105" fmla="*/ 0 w 9143999"/>
              <ns1:gd name="connsiteY3-106" fmla="*/ 1204077 h 2051818"/>
              <ns1:gd name="connsiteX4-107" fmla="*/ 25380 w 9143999"/>
              <ns1:gd name="connsiteY4-108" fmla="*/ 54648 h 2051818"/>
              <ns1:gd name="connsiteX5-109" fmla="*/ 9143999 w 9143999"/>
              <ns1:gd name="connsiteY5-110" fmla="*/ 0 h 2051818"/>
              <ns1:gd name="connsiteX0-111" fmla="*/ 9143999 w 9143999"/>
              <ns1:gd name="connsiteY0-112" fmla="*/ 0 h 2051818"/>
              <ns1:gd name="connsiteX1-113" fmla="*/ 9143999 w 9143999"/>
              <ns1:gd name="connsiteY1-114" fmla="*/ 2051818 h 2051818"/>
              <ns1:gd name="connsiteX2-115" fmla="*/ 0 w 9143999"/>
              <ns1:gd name="connsiteY2-116" fmla="*/ 2051818 h 2051818"/>
              <ns1:gd name="connsiteX3-117" fmla="*/ 0 w 9143999"/>
              <ns1:gd name="connsiteY3-118" fmla="*/ 1204077 h 2051818"/>
              <ns1:gd name="connsiteX4-119" fmla="*/ 25380 w 9143999"/>
              <ns1:gd name="connsiteY4-120" fmla="*/ 54648 h 2051818"/>
              <ns1:gd name="connsiteX5-121" fmla="*/ 9143999 w 9143999"/>
              <ns1:gd name="connsiteY5-122" fmla="*/ 0 h 2051818"/>
              <ns1:gd name="connsiteX0-123" fmla="*/ 9124647 w 9143999"/>
              <ns1:gd name="connsiteY0-124" fmla="*/ 0 h 2127943"/>
              <ns1:gd name="connsiteX1-125" fmla="*/ 9143999 w 9143999"/>
              <ns1:gd name="connsiteY1-126" fmla="*/ 2127943 h 2127943"/>
              <ns1:gd name="connsiteX2-127" fmla="*/ 0 w 9143999"/>
              <ns1:gd name="connsiteY2-128" fmla="*/ 2127943 h 2127943"/>
              <ns1:gd name="connsiteX3-129" fmla="*/ 0 w 9143999"/>
              <ns1:gd name="connsiteY3-130" fmla="*/ 1280202 h 2127943"/>
              <ns1:gd name="connsiteX4-131" fmla="*/ 25380 w 9143999"/>
              <ns1:gd name="connsiteY4-132" fmla="*/ 130773 h 2127943"/>
              <ns1:gd name="connsiteX5-133" fmla="*/ 9124647 w 9143999"/>
              <ns1:gd name="connsiteY5-134" fmla="*/ 0 h 2127943"/>
              <ns1:gd name="connsiteX0-135" fmla="*/ 9124647 w 9143999"/>
              <ns1:gd name="connsiteY0-136" fmla="*/ 0 h 2127943"/>
              <ns1:gd name="connsiteX1-137" fmla="*/ 9143999 w 9143999"/>
              <ns1:gd name="connsiteY1-138" fmla="*/ 2127943 h 2127943"/>
              <ns1:gd name="connsiteX2-139" fmla="*/ 0 w 9143999"/>
              <ns1:gd name="connsiteY2-140" fmla="*/ 2127943 h 2127943"/>
              <ns1:gd name="connsiteX3-141" fmla="*/ 0 w 9143999"/>
              <ns1:gd name="connsiteY3-142" fmla="*/ 1280202 h 2127943"/>
              <ns1:gd name="connsiteX4-143" fmla="*/ 25380 w 9143999"/>
              <ns1:gd name="connsiteY4-144" fmla="*/ 130773 h 2127943"/>
              <ns1:gd name="connsiteX5-145" fmla="*/ 9124647 w 9143999"/>
              <ns1:gd name="connsiteY5-146" fmla="*/ 0 h 2127943"/>
              <ns1:gd name="connsiteX0-147" fmla="*/ 9124647 w 9143999"/>
              <ns1:gd name="connsiteY0-148" fmla="*/ 0 h 2127943"/>
              <ns1:gd name="connsiteX1-149" fmla="*/ 9143999 w 9143999"/>
              <ns1:gd name="connsiteY1-150" fmla="*/ 2127943 h 2127943"/>
              <ns1:gd name="connsiteX2-151" fmla="*/ 0 w 9143999"/>
              <ns1:gd name="connsiteY2-152" fmla="*/ 2127943 h 2127943"/>
              <ns1:gd name="connsiteX3-153" fmla="*/ 0 w 9143999"/>
              <ns1:gd name="connsiteY3-154" fmla="*/ 1280202 h 2127943"/>
              <ns1:gd name="connsiteX4-155" fmla="*/ 6028 w 9143999"/>
              <ns1:gd name="connsiteY4-156" fmla="*/ 11147 h 2127943"/>
              <ns1:gd name="connsiteX5-157" fmla="*/ 9124647 w 9143999"/>
              <ns1:gd name="connsiteY5-158" fmla="*/ 0 h 2127943"/>
              <ns1:gd name="connsiteX0-159" fmla="*/ 9138134 w 9157486"/>
              <ns1:gd name="connsiteY0-160" fmla="*/ 0 h 2127943"/>
              <ns1:gd name="connsiteX1-161" fmla="*/ 9157486 w 9157486"/>
              <ns1:gd name="connsiteY1-162" fmla="*/ 2127943 h 2127943"/>
              <ns1:gd name="connsiteX2-163" fmla="*/ 13487 w 9157486"/>
              <ns1:gd name="connsiteY2-164" fmla="*/ 2127943 h 2127943"/>
              <ns1:gd name="connsiteX3-165" fmla="*/ 13487 w 9157486"/>
              <ns1:gd name="connsiteY3-166" fmla="*/ 1280202 h 2127943"/>
              <ns1:gd name="connsiteX4-167" fmla="*/ 163 w 9157486"/>
              <ns1:gd name="connsiteY4-168" fmla="*/ 141648 h 2127943"/>
              <ns1:gd name="connsiteX5-169" fmla="*/ 9138134 w 9157486"/>
              <ns1:gd name="connsiteY5-170" fmla="*/ 0 h 2127943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  <ns1:cxn ang="0">
                <ns1:pos x="connsiteX5-11" y="connsiteY5-12"/>
              </ns1:cxn>
            </ns1:cxnLst>
            <ns1:rect l="l" t="t" r="r" b="b"/>
            <ns1:pathLst>
              <ns1:path w="9157486" h="2127943">
                <ns1:moveTo>
                  <ns1:pt x="9138134" y="0"/>
                </ns1:moveTo>
                <ns1:lnTo>
                  <ns1:pt x="9157486" y="2127943"/>
                </ns1:lnTo>
                <ns1:lnTo>
                  <ns1:pt x="13487" y="2127943"/>
                </ns1:lnTo>
                <ns1:lnTo>
                  <ns1:pt x="13487" y="1280202"/>
                </ns1:lnTo>
                <ns1:cubicBezTo>
                  <ns1:pt x="15496" y="857184"/>
                  <ns1:pt x="-1846" y="564666"/>
                  <ns1:pt x="163" y="141648"/>
                </ns1:cubicBezTo>
                <ns1:cubicBezTo>
                  <ns1:pt x="3568670" y="1577063"/>
                  <ns1:pt x="7137176" y="1131097"/>
                  <ns1:pt x="9138134" y="0"/>
                </ns1:cubicBezTo>
                <ns1:close/>
              </ns1:path>
            </ns1:pathLst>
          </ns1:custGeom>
          <ns1:solidFill>
            <ns1:schemeClr val="accent1">
              <ns1:alpha val="9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6" name="任意多边形 25"/>
          <ns0:cNvSpPr/>
          <ns0:nvPr/>
        </ns0:nvSpPr>
        <ns0:spPr>
          <ns1:xfrm rot="16200000">
            <ns1:off x="2845497" y="-12027"/>
            <ns1:ext cx="5151674" cy="5159381"/>
          </ns1:xfrm>
          <ns1:custGeom>
            <ns1:avLst/>
            <ns1:gdLst>
              <ns1:gd name="connsiteX0" fmla="*/ 6858000 w 6858000"/>
              <ns1:gd name="connsiteY0" fmla="*/ 0 h 6459417"/>
              <ns1:gd name="connsiteX1" fmla="*/ 6858000 w 6858000"/>
              <ns1:gd name="connsiteY1" fmla="*/ 1675279 h 6459417"/>
              <ns1:gd name="connsiteX2" fmla="*/ 6858000 w 6858000"/>
              <ns1:gd name="connsiteY2" fmla="*/ 1819701 h 6459417"/>
              <ns1:gd name="connsiteX3" fmla="*/ 6858000 w 6858000"/>
              <ns1:gd name="connsiteY3" fmla="*/ 2278767 h 6459417"/>
              <ns1:gd name="connsiteX4" fmla="*/ 6858000 w 6858000"/>
              <ns1:gd name="connsiteY4" fmla="*/ 3954046 h 6459417"/>
              <ns1:gd name="connsiteX5" fmla="*/ 6858000 w 6858000"/>
              <ns1:gd name="connsiteY5" fmla="*/ 4098468 h 6459417"/>
              <ns1:gd name="connsiteX6" fmla="*/ 6858000 w 6858000"/>
              <ns1:gd name="connsiteY6" fmla="*/ 4180650 h 6459417"/>
              <ns1:gd name="connsiteX7" fmla="*/ 6858000 w 6858000"/>
              <ns1:gd name="connsiteY7" fmla="*/ 6459417 h 6459417"/>
              <ns1:gd name="connsiteX8" fmla="*/ 0 w 6858000"/>
              <ns1:gd name="connsiteY8" fmla="*/ 6459417 h 6459417"/>
              <ns1:gd name="connsiteX9" fmla="*/ 0 w 6858000"/>
              <ns1:gd name="connsiteY9" fmla="*/ 4180650 h 6459417"/>
              <ns1:gd name="connsiteX10" fmla="*/ 0 w 6858000"/>
              <ns1:gd name="connsiteY10" fmla="*/ 4098468 h 6459417"/>
              <ns1:gd name="connsiteX11" fmla="*/ 0 w 6858000"/>
              <ns1:gd name="connsiteY11" fmla="*/ 3954046 h 6459417"/>
              <ns1:gd name="connsiteX12" fmla="*/ 0 w 6858000"/>
              <ns1:gd name="connsiteY12" fmla="*/ 3295924 h 6459417"/>
              <ns1:gd name="connsiteX13" fmla="*/ 0 w 6858000"/>
              <ns1:gd name="connsiteY13" fmla="*/ 1819701 h 6459417"/>
              <ns1:gd name="connsiteX14" fmla="*/ 0 w 6858000"/>
              <ns1:gd name="connsiteY14" fmla="*/ 1675279 h 6459417"/>
              <ns1:gd name="connsiteX15" fmla="*/ 0 w 6858000"/>
              <ns1:gd name="connsiteY15" fmla="*/ 1017157 h 6459417"/>
              <ns1:gd name="connsiteX16" fmla="*/ 227535 w 6858000"/>
              <ns1:gd name="connsiteY16" fmla="*/ 1166258 h 6459417"/>
              <ns1:gd name="connsiteX17" fmla="*/ 6270374 w 6858000"/>
              <ns1:gd name="connsiteY17" fmla="*/ 412001 h 6459417"/>
              <ns1:gd name="connsiteX18" fmla="*/ 6705779 w 6858000"/>
              <ns1:gd name="connsiteY18" fmla="*/ 117916 h 6459417"/>
              <ns1:gd name="connsiteX0-1" fmla="*/ 6858000 w 6941935"/>
              <ns1:gd name="connsiteY0-2" fmla="*/ 56823 h 6516240"/>
              <ns1:gd name="connsiteX1-3" fmla="*/ 6858000 w 6941935"/>
              <ns1:gd name="connsiteY1-4" fmla="*/ 1732102 h 6516240"/>
              <ns1:gd name="connsiteX2-5" fmla="*/ 6858000 w 6941935"/>
              <ns1:gd name="connsiteY2-6" fmla="*/ 1876524 h 6516240"/>
              <ns1:gd name="connsiteX3-7" fmla="*/ 6858000 w 6941935"/>
              <ns1:gd name="connsiteY3-8" fmla="*/ 2335590 h 6516240"/>
              <ns1:gd name="connsiteX4-9" fmla="*/ 6858000 w 6941935"/>
              <ns1:gd name="connsiteY4-10" fmla="*/ 4010869 h 6516240"/>
              <ns1:gd name="connsiteX5-11" fmla="*/ 6858000 w 6941935"/>
              <ns1:gd name="connsiteY5-12" fmla="*/ 4155291 h 6516240"/>
              <ns1:gd name="connsiteX6-13" fmla="*/ 6858000 w 6941935"/>
              <ns1:gd name="connsiteY6-14" fmla="*/ 4237473 h 6516240"/>
              <ns1:gd name="connsiteX7-15" fmla="*/ 6858000 w 6941935"/>
              <ns1:gd name="connsiteY7-16" fmla="*/ 6516240 h 6516240"/>
              <ns1:gd name="connsiteX8-17" fmla="*/ 0 w 6941935"/>
              <ns1:gd name="connsiteY8-18" fmla="*/ 6516240 h 6516240"/>
              <ns1:gd name="connsiteX9-19" fmla="*/ 0 w 6941935"/>
              <ns1:gd name="connsiteY9-20" fmla="*/ 4237473 h 6516240"/>
              <ns1:gd name="connsiteX10-21" fmla="*/ 0 w 6941935"/>
              <ns1:gd name="connsiteY10-22" fmla="*/ 4155291 h 6516240"/>
              <ns1:gd name="connsiteX11-23" fmla="*/ 0 w 6941935"/>
              <ns1:gd name="connsiteY11-24" fmla="*/ 4010869 h 6516240"/>
              <ns1:gd name="connsiteX12-25" fmla="*/ 0 w 6941935"/>
              <ns1:gd name="connsiteY12-26" fmla="*/ 3352747 h 6516240"/>
              <ns1:gd name="connsiteX13-27" fmla="*/ 0 w 6941935"/>
              <ns1:gd name="connsiteY13-28" fmla="*/ 1876524 h 6516240"/>
              <ns1:gd name="connsiteX14-29" fmla="*/ 0 w 6941935"/>
              <ns1:gd name="connsiteY14-30" fmla="*/ 1732102 h 6516240"/>
              <ns1:gd name="connsiteX15-31" fmla="*/ 0 w 6941935"/>
              <ns1:gd name="connsiteY15-32" fmla="*/ 1073980 h 6516240"/>
              <ns1:gd name="connsiteX16-33" fmla="*/ 227535 w 6941935"/>
              <ns1:gd name="connsiteY16-34" fmla="*/ 1223081 h 6516240"/>
              <ns1:gd name="connsiteX17-35" fmla="*/ 6270374 w 6941935"/>
              <ns1:gd name="connsiteY17-36" fmla="*/ 468824 h 6516240"/>
              <ns1:gd name="connsiteX18-37" fmla="*/ 6858000 w 6941935"/>
              <ns1:gd name="connsiteY18-38" fmla="*/ 56823 h 6516240"/>
              <ns1:gd name="connsiteX0-39" fmla="*/ 6858000 w 6858000"/>
              <ns1:gd name="connsiteY0-40" fmla="*/ 4734 h 6464151"/>
              <ns1:gd name="connsiteX1-41" fmla="*/ 6858000 w 6858000"/>
              <ns1:gd name="connsiteY1-42" fmla="*/ 1680013 h 6464151"/>
              <ns1:gd name="connsiteX2-43" fmla="*/ 6858000 w 6858000"/>
              <ns1:gd name="connsiteY2-44" fmla="*/ 1824435 h 6464151"/>
              <ns1:gd name="connsiteX3-45" fmla="*/ 6858000 w 6858000"/>
              <ns1:gd name="connsiteY3-46" fmla="*/ 2283501 h 6464151"/>
              <ns1:gd name="connsiteX4-47" fmla="*/ 6858000 w 6858000"/>
              <ns1:gd name="connsiteY4-48" fmla="*/ 3958780 h 6464151"/>
              <ns1:gd name="connsiteX5-49" fmla="*/ 6858000 w 6858000"/>
              <ns1:gd name="connsiteY5-50" fmla="*/ 4103202 h 6464151"/>
              <ns1:gd name="connsiteX6-51" fmla="*/ 6858000 w 6858000"/>
              <ns1:gd name="connsiteY6-52" fmla="*/ 4185384 h 6464151"/>
              <ns1:gd name="connsiteX7-53" fmla="*/ 6858000 w 6858000"/>
              <ns1:gd name="connsiteY7-54" fmla="*/ 6464151 h 6464151"/>
              <ns1:gd name="connsiteX8-55" fmla="*/ 0 w 6858000"/>
              <ns1:gd name="connsiteY8-56" fmla="*/ 6464151 h 6464151"/>
              <ns1:gd name="connsiteX9-57" fmla="*/ 0 w 6858000"/>
              <ns1:gd name="connsiteY9-58" fmla="*/ 4185384 h 6464151"/>
              <ns1:gd name="connsiteX10-59" fmla="*/ 0 w 6858000"/>
              <ns1:gd name="connsiteY10-60" fmla="*/ 4103202 h 6464151"/>
              <ns1:gd name="connsiteX11-61" fmla="*/ 0 w 6858000"/>
              <ns1:gd name="connsiteY11-62" fmla="*/ 3958780 h 6464151"/>
              <ns1:gd name="connsiteX12-63" fmla="*/ 0 w 6858000"/>
              <ns1:gd name="connsiteY12-64" fmla="*/ 3300658 h 6464151"/>
              <ns1:gd name="connsiteX13-65" fmla="*/ 0 w 6858000"/>
              <ns1:gd name="connsiteY13-66" fmla="*/ 1824435 h 6464151"/>
              <ns1:gd name="connsiteX14-67" fmla="*/ 0 w 6858000"/>
              <ns1:gd name="connsiteY14-68" fmla="*/ 1680013 h 6464151"/>
              <ns1:gd name="connsiteX15-69" fmla="*/ 0 w 6858000"/>
              <ns1:gd name="connsiteY15-70" fmla="*/ 1021891 h 6464151"/>
              <ns1:gd name="connsiteX16-71" fmla="*/ 227535 w 6858000"/>
              <ns1:gd name="connsiteY16-72" fmla="*/ 1170992 h 6464151"/>
              <ns1:gd name="connsiteX17-73" fmla="*/ 6858000 w 6858000"/>
              <ns1:gd name="connsiteY17-74" fmla="*/ 4734 h 6464151"/>
              <ns1:gd name="connsiteX0-75" fmla="*/ 6858000 w 6858000"/>
              <ns1:gd name="connsiteY0-76" fmla="*/ 0 h 6459417"/>
              <ns1:gd name="connsiteX1-77" fmla="*/ 6858000 w 6858000"/>
              <ns1:gd name="connsiteY1-78" fmla="*/ 1675279 h 6459417"/>
              <ns1:gd name="connsiteX2-79" fmla="*/ 6858000 w 6858000"/>
              <ns1:gd name="connsiteY2-80" fmla="*/ 1819701 h 6459417"/>
              <ns1:gd name="connsiteX3-81" fmla="*/ 6858000 w 6858000"/>
              <ns1:gd name="connsiteY3-82" fmla="*/ 2278767 h 6459417"/>
              <ns1:gd name="connsiteX4-83" fmla="*/ 6858000 w 6858000"/>
              <ns1:gd name="connsiteY4-84" fmla="*/ 3954046 h 6459417"/>
              <ns1:gd name="connsiteX5-85" fmla="*/ 6858000 w 6858000"/>
              <ns1:gd name="connsiteY5-86" fmla="*/ 4098468 h 6459417"/>
              <ns1:gd name="connsiteX6-87" fmla="*/ 6858000 w 6858000"/>
              <ns1:gd name="connsiteY6-88" fmla="*/ 4180650 h 6459417"/>
              <ns1:gd name="connsiteX7-89" fmla="*/ 6858000 w 6858000"/>
              <ns1:gd name="connsiteY7-90" fmla="*/ 6459417 h 6459417"/>
              <ns1:gd name="connsiteX8-91" fmla="*/ 0 w 6858000"/>
              <ns1:gd name="connsiteY8-92" fmla="*/ 6459417 h 6459417"/>
              <ns1:gd name="connsiteX9-93" fmla="*/ 0 w 6858000"/>
              <ns1:gd name="connsiteY9-94" fmla="*/ 4180650 h 6459417"/>
              <ns1:gd name="connsiteX10-95" fmla="*/ 0 w 6858000"/>
              <ns1:gd name="connsiteY10-96" fmla="*/ 4098468 h 6459417"/>
              <ns1:gd name="connsiteX11-97" fmla="*/ 0 w 6858000"/>
              <ns1:gd name="connsiteY11-98" fmla="*/ 3954046 h 6459417"/>
              <ns1:gd name="connsiteX12-99" fmla="*/ 0 w 6858000"/>
              <ns1:gd name="connsiteY12-100" fmla="*/ 3295924 h 6459417"/>
              <ns1:gd name="connsiteX13-101" fmla="*/ 0 w 6858000"/>
              <ns1:gd name="connsiteY13-102" fmla="*/ 1819701 h 6459417"/>
              <ns1:gd name="connsiteX14-103" fmla="*/ 0 w 6858000"/>
              <ns1:gd name="connsiteY14-104" fmla="*/ 1675279 h 6459417"/>
              <ns1:gd name="connsiteX15-105" fmla="*/ 0 w 6858000"/>
              <ns1:gd name="connsiteY15-106" fmla="*/ 1017157 h 6459417"/>
              <ns1:gd name="connsiteX16-107" fmla="*/ 227535 w 6858000"/>
              <ns1:gd name="connsiteY16-108" fmla="*/ 1166258 h 6459417"/>
              <ns1:gd name="connsiteX17-109" fmla="*/ 6858000 w 6858000"/>
              <ns1:gd name="connsiteY17-110" fmla="*/ 0 h 6459417"/>
              <ns1:gd name="connsiteX0-111" fmla="*/ 6858000 w 6858000"/>
              <ns1:gd name="connsiteY0-112" fmla="*/ 0 h 6459417"/>
              <ns1:gd name="connsiteX1-113" fmla="*/ 6858000 w 6858000"/>
              <ns1:gd name="connsiteY1-114" fmla="*/ 1675279 h 6459417"/>
              <ns1:gd name="connsiteX2-115" fmla="*/ 6858000 w 6858000"/>
              <ns1:gd name="connsiteY2-116" fmla="*/ 1819701 h 6459417"/>
              <ns1:gd name="connsiteX3-117" fmla="*/ 6858000 w 6858000"/>
              <ns1:gd name="connsiteY3-118" fmla="*/ 2278767 h 6459417"/>
              <ns1:gd name="connsiteX4-119" fmla="*/ 6858000 w 6858000"/>
              <ns1:gd name="connsiteY4-120" fmla="*/ 3954046 h 6459417"/>
              <ns1:gd name="connsiteX5-121" fmla="*/ 6858000 w 6858000"/>
              <ns1:gd name="connsiteY5-122" fmla="*/ 4098468 h 6459417"/>
              <ns1:gd name="connsiteX6-123" fmla="*/ 6858000 w 6858000"/>
              <ns1:gd name="connsiteY6-124" fmla="*/ 4180650 h 6459417"/>
              <ns1:gd name="connsiteX7-125" fmla="*/ 6858000 w 6858000"/>
              <ns1:gd name="connsiteY7-126" fmla="*/ 6459417 h 6459417"/>
              <ns1:gd name="connsiteX8-127" fmla="*/ 0 w 6858000"/>
              <ns1:gd name="connsiteY8-128" fmla="*/ 6459417 h 6459417"/>
              <ns1:gd name="connsiteX9-129" fmla="*/ 0 w 6858000"/>
              <ns1:gd name="connsiteY9-130" fmla="*/ 4180650 h 6459417"/>
              <ns1:gd name="connsiteX10-131" fmla="*/ 0 w 6858000"/>
              <ns1:gd name="connsiteY10-132" fmla="*/ 4098468 h 6459417"/>
              <ns1:gd name="connsiteX11-133" fmla="*/ 0 w 6858000"/>
              <ns1:gd name="connsiteY11-134" fmla="*/ 3954046 h 6459417"/>
              <ns1:gd name="connsiteX12-135" fmla="*/ 0 w 6858000"/>
              <ns1:gd name="connsiteY12-136" fmla="*/ 3295924 h 6459417"/>
              <ns1:gd name="connsiteX13-137" fmla="*/ 0 w 6858000"/>
              <ns1:gd name="connsiteY13-138" fmla="*/ 1819701 h 6459417"/>
              <ns1:gd name="connsiteX14-139" fmla="*/ 0 w 6858000"/>
              <ns1:gd name="connsiteY14-140" fmla="*/ 1675279 h 6459417"/>
              <ns1:gd name="connsiteX15-141" fmla="*/ 0 w 6858000"/>
              <ns1:gd name="connsiteY15-142" fmla="*/ 1017157 h 6459417"/>
              <ns1:gd name="connsiteX16-143" fmla="*/ 6858000 w 6858000"/>
              <ns1:gd name="connsiteY16-144" fmla="*/ 0 h 6459417"/>
              <ns1:gd name="connsiteX0-145" fmla="*/ 6858000 w 6858000"/>
              <ns1:gd name="connsiteY0-146" fmla="*/ 0 h 6459417"/>
              <ns1:gd name="connsiteX1-147" fmla="*/ 6858000 w 6858000"/>
              <ns1:gd name="connsiteY1-148" fmla="*/ 1675279 h 6459417"/>
              <ns1:gd name="connsiteX2-149" fmla="*/ 6858000 w 6858000"/>
              <ns1:gd name="connsiteY2-150" fmla="*/ 1819701 h 6459417"/>
              <ns1:gd name="connsiteX3-151" fmla="*/ 6858000 w 6858000"/>
              <ns1:gd name="connsiteY3-152" fmla="*/ 2278767 h 6459417"/>
              <ns1:gd name="connsiteX4-153" fmla="*/ 6858000 w 6858000"/>
              <ns1:gd name="connsiteY4-154" fmla="*/ 3954046 h 6459417"/>
              <ns1:gd name="connsiteX5-155" fmla="*/ 6858000 w 6858000"/>
              <ns1:gd name="connsiteY5-156" fmla="*/ 4098468 h 6459417"/>
              <ns1:gd name="connsiteX6-157" fmla="*/ 6858000 w 6858000"/>
              <ns1:gd name="connsiteY6-158" fmla="*/ 4180650 h 6459417"/>
              <ns1:gd name="connsiteX7-159" fmla="*/ 6858000 w 6858000"/>
              <ns1:gd name="connsiteY7-160" fmla="*/ 6459417 h 6459417"/>
              <ns1:gd name="connsiteX8-161" fmla="*/ 0 w 6858000"/>
              <ns1:gd name="connsiteY8-162" fmla="*/ 6459417 h 6459417"/>
              <ns1:gd name="connsiteX9-163" fmla="*/ 0 w 6858000"/>
              <ns1:gd name="connsiteY9-164" fmla="*/ 4180650 h 6459417"/>
              <ns1:gd name="connsiteX10-165" fmla="*/ 0 w 6858000"/>
              <ns1:gd name="connsiteY10-166" fmla="*/ 4098468 h 6459417"/>
              <ns1:gd name="connsiteX11-167" fmla="*/ 0 w 6858000"/>
              <ns1:gd name="connsiteY11-168" fmla="*/ 3954046 h 6459417"/>
              <ns1:gd name="connsiteX12-169" fmla="*/ 0 w 6858000"/>
              <ns1:gd name="connsiteY12-170" fmla="*/ 3295924 h 6459417"/>
              <ns1:gd name="connsiteX13-171" fmla="*/ 0 w 6858000"/>
              <ns1:gd name="connsiteY13-172" fmla="*/ 1819701 h 6459417"/>
              <ns1:gd name="connsiteX14-173" fmla="*/ 0 w 6858000"/>
              <ns1:gd name="connsiteY14-174" fmla="*/ 1675279 h 6459417"/>
              <ns1:gd name="connsiteX15-175" fmla="*/ 0 w 6858000"/>
              <ns1:gd name="connsiteY15-176" fmla="*/ 1017157 h 6459417"/>
              <ns1:gd name="connsiteX16-177" fmla="*/ 6858000 w 6858000"/>
              <ns1:gd name="connsiteY16-178" fmla="*/ 0 h 6459417"/>
              <ns1:gd name="connsiteX0-179" fmla="*/ 6858000 w 6858000"/>
              <ns1:gd name="connsiteY0-180" fmla="*/ 0 h 6459417"/>
              <ns1:gd name="connsiteX1-181" fmla="*/ 6858000 w 6858000"/>
              <ns1:gd name="connsiteY1-182" fmla="*/ 1675279 h 6459417"/>
              <ns1:gd name="connsiteX2-183" fmla="*/ 6858000 w 6858000"/>
              <ns1:gd name="connsiteY2-184" fmla="*/ 1819701 h 6459417"/>
              <ns1:gd name="connsiteX3-185" fmla="*/ 6858000 w 6858000"/>
              <ns1:gd name="connsiteY3-186" fmla="*/ 2278767 h 6459417"/>
              <ns1:gd name="connsiteX4-187" fmla="*/ 6858000 w 6858000"/>
              <ns1:gd name="connsiteY4-188" fmla="*/ 3954046 h 6459417"/>
              <ns1:gd name="connsiteX5-189" fmla="*/ 6858000 w 6858000"/>
              <ns1:gd name="connsiteY5-190" fmla="*/ 4098468 h 6459417"/>
              <ns1:gd name="connsiteX6-191" fmla="*/ 6858000 w 6858000"/>
              <ns1:gd name="connsiteY6-192" fmla="*/ 4180650 h 6459417"/>
              <ns1:gd name="connsiteX7-193" fmla="*/ 6858000 w 6858000"/>
              <ns1:gd name="connsiteY7-194" fmla="*/ 6459417 h 6459417"/>
              <ns1:gd name="connsiteX8-195" fmla="*/ 0 w 6858000"/>
              <ns1:gd name="connsiteY8-196" fmla="*/ 6459417 h 6459417"/>
              <ns1:gd name="connsiteX9-197" fmla="*/ 0 w 6858000"/>
              <ns1:gd name="connsiteY9-198" fmla="*/ 4180650 h 6459417"/>
              <ns1:gd name="connsiteX10-199" fmla="*/ 0 w 6858000"/>
              <ns1:gd name="connsiteY10-200" fmla="*/ 4098468 h 6459417"/>
              <ns1:gd name="connsiteX11-201" fmla="*/ 0 w 6858000"/>
              <ns1:gd name="connsiteY11-202" fmla="*/ 3954046 h 6459417"/>
              <ns1:gd name="connsiteX12-203" fmla="*/ 0 w 6858000"/>
              <ns1:gd name="connsiteY12-204" fmla="*/ 3295924 h 6459417"/>
              <ns1:gd name="connsiteX13-205" fmla="*/ 0 w 6858000"/>
              <ns1:gd name="connsiteY13-206" fmla="*/ 1819701 h 6459417"/>
              <ns1:gd name="connsiteX14-207" fmla="*/ 0 w 6858000"/>
              <ns1:gd name="connsiteY14-208" fmla="*/ 1675279 h 6459417"/>
              <ns1:gd name="connsiteX15-209" fmla="*/ 0 w 6858000"/>
              <ns1:gd name="connsiteY15-210" fmla="*/ 1017157 h 6459417"/>
              <ns1:gd name="connsiteX16-211" fmla="*/ 6858000 w 6858000"/>
              <ns1:gd name="connsiteY16-212" fmla="*/ 0 h 6459417"/>
              <ns1:gd name="connsiteX0-213" fmla="*/ 6858000 w 6858000"/>
              <ns1:gd name="connsiteY0-214" fmla="*/ 0 h 6459417"/>
              <ns1:gd name="connsiteX1-215" fmla="*/ 6858000 w 6858000"/>
              <ns1:gd name="connsiteY1-216" fmla="*/ 1675279 h 6459417"/>
              <ns1:gd name="connsiteX2-217" fmla="*/ 6858000 w 6858000"/>
              <ns1:gd name="connsiteY2-218" fmla="*/ 1819701 h 6459417"/>
              <ns1:gd name="connsiteX3-219" fmla="*/ 6858000 w 6858000"/>
              <ns1:gd name="connsiteY3-220" fmla="*/ 2278767 h 6459417"/>
              <ns1:gd name="connsiteX4-221" fmla="*/ 6858000 w 6858000"/>
              <ns1:gd name="connsiteY4-222" fmla="*/ 3954046 h 6459417"/>
              <ns1:gd name="connsiteX5-223" fmla="*/ 6858000 w 6858000"/>
              <ns1:gd name="connsiteY5-224" fmla="*/ 4098468 h 6459417"/>
              <ns1:gd name="connsiteX6-225" fmla="*/ 6858000 w 6858000"/>
              <ns1:gd name="connsiteY6-226" fmla="*/ 4180650 h 6459417"/>
              <ns1:gd name="connsiteX7-227" fmla="*/ 6858000 w 6858000"/>
              <ns1:gd name="connsiteY7-228" fmla="*/ 6459417 h 6459417"/>
              <ns1:gd name="connsiteX8-229" fmla="*/ 0 w 6858000"/>
              <ns1:gd name="connsiteY8-230" fmla="*/ 6459417 h 6459417"/>
              <ns1:gd name="connsiteX9-231" fmla="*/ 0 w 6858000"/>
              <ns1:gd name="connsiteY9-232" fmla="*/ 4180650 h 6459417"/>
              <ns1:gd name="connsiteX10-233" fmla="*/ 0 w 6858000"/>
              <ns1:gd name="connsiteY10-234" fmla="*/ 4098468 h 6459417"/>
              <ns1:gd name="connsiteX11-235" fmla="*/ 0 w 6858000"/>
              <ns1:gd name="connsiteY11-236" fmla="*/ 3954046 h 6459417"/>
              <ns1:gd name="connsiteX12-237" fmla="*/ 0 w 6858000"/>
              <ns1:gd name="connsiteY12-238" fmla="*/ 3295924 h 6459417"/>
              <ns1:gd name="connsiteX13-239" fmla="*/ 0 w 6858000"/>
              <ns1:gd name="connsiteY13-240" fmla="*/ 1819701 h 6459417"/>
              <ns1:gd name="connsiteX14-241" fmla="*/ 0 w 6858000"/>
              <ns1:gd name="connsiteY14-242" fmla="*/ 1675279 h 6459417"/>
              <ns1:gd name="connsiteX15-243" fmla="*/ 0 w 6858000"/>
              <ns1:gd name="connsiteY15-244" fmla="*/ 1017157 h 6459417"/>
              <ns1:gd name="connsiteX16-245" fmla="*/ 6858000 w 6858000"/>
              <ns1:gd name="connsiteY16-246" fmla="*/ 0 h 6459417"/>
              <ns1:gd name="connsiteX0-247" fmla="*/ 6858000 w 6858000"/>
              <ns1:gd name="connsiteY0-248" fmla="*/ 0 h 6459417"/>
              <ns1:gd name="connsiteX1-249" fmla="*/ 6858000 w 6858000"/>
              <ns1:gd name="connsiteY1-250" fmla="*/ 1675279 h 6459417"/>
              <ns1:gd name="connsiteX2-251" fmla="*/ 6858000 w 6858000"/>
              <ns1:gd name="connsiteY2-252" fmla="*/ 1819701 h 6459417"/>
              <ns1:gd name="connsiteX3-253" fmla="*/ 6858000 w 6858000"/>
              <ns1:gd name="connsiteY3-254" fmla="*/ 2278767 h 6459417"/>
              <ns1:gd name="connsiteX4-255" fmla="*/ 6858000 w 6858000"/>
              <ns1:gd name="connsiteY4-256" fmla="*/ 3954046 h 6459417"/>
              <ns1:gd name="connsiteX5-257" fmla="*/ 6858000 w 6858000"/>
              <ns1:gd name="connsiteY5-258" fmla="*/ 4098468 h 6459417"/>
              <ns1:gd name="connsiteX6-259" fmla="*/ 6858000 w 6858000"/>
              <ns1:gd name="connsiteY6-260" fmla="*/ 4180650 h 6459417"/>
              <ns1:gd name="connsiteX7-261" fmla="*/ 6858000 w 6858000"/>
              <ns1:gd name="connsiteY7-262" fmla="*/ 6459417 h 6459417"/>
              <ns1:gd name="connsiteX8-263" fmla="*/ 0 w 6858000"/>
              <ns1:gd name="connsiteY8-264" fmla="*/ 6459417 h 6459417"/>
              <ns1:gd name="connsiteX9-265" fmla="*/ 0 w 6858000"/>
              <ns1:gd name="connsiteY9-266" fmla="*/ 4180650 h 6459417"/>
              <ns1:gd name="connsiteX10-267" fmla="*/ 0 w 6858000"/>
              <ns1:gd name="connsiteY10-268" fmla="*/ 4098468 h 6459417"/>
              <ns1:gd name="connsiteX11-269" fmla="*/ 0 w 6858000"/>
              <ns1:gd name="connsiteY11-270" fmla="*/ 3954046 h 6459417"/>
              <ns1:gd name="connsiteX12-271" fmla="*/ 0 w 6858000"/>
              <ns1:gd name="connsiteY12-272" fmla="*/ 3295924 h 6459417"/>
              <ns1:gd name="connsiteX13-273" fmla="*/ 0 w 6858000"/>
              <ns1:gd name="connsiteY13-274" fmla="*/ 1819701 h 6459417"/>
              <ns1:gd name="connsiteX14-275" fmla="*/ 0 w 6858000"/>
              <ns1:gd name="connsiteY14-276" fmla="*/ 1675279 h 6459417"/>
              <ns1:gd name="connsiteX15-277" fmla="*/ 0 w 6858000"/>
              <ns1:gd name="connsiteY15-278" fmla="*/ 1017157 h 6459417"/>
              <ns1:gd name="connsiteX16-279" fmla="*/ 6858000 w 6858000"/>
              <ns1:gd name="connsiteY16-280" fmla="*/ 0 h 6459417"/>
              <ns1:gd name="connsiteX0-281" fmla="*/ 6858000 w 6858000"/>
              <ns1:gd name="connsiteY0-282" fmla="*/ 0 h 6459417"/>
              <ns1:gd name="connsiteX1-283" fmla="*/ 6858000 w 6858000"/>
              <ns1:gd name="connsiteY1-284" fmla="*/ 1675279 h 6459417"/>
              <ns1:gd name="connsiteX2-285" fmla="*/ 6858000 w 6858000"/>
              <ns1:gd name="connsiteY2-286" fmla="*/ 1819701 h 6459417"/>
              <ns1:gd name="connsiteX3-287" fmla="*/ 6858000 w 6858000"/>
              <ns1:gd name="connsiteY3-288" fmla="*/ 2278767 h 6459417"/>
              <ns1:gd name="connsiteX4-289" fmla="*/ 6858000 w 6858000"/>
              <ns1:gd name="connsiteY4-290" fmla="*/ 3954046 h 6459417"/>
              <ns1:gd name="connsiteX5-291" fmla="*/ 6858000 w 6858000"/>
              <ns1:gd name="connsiteY5-292" fmla="*/ 4098468 h 6459417"/>
              <ns1:gd name="connsiteX6-293" fmla="*/ 6858000 w 6858000"/>
              <ns1:gd name="connsiteY6-294" fmla="*/ 4180650 h 6459417"/>
              <ns1:gd name="connsiteX7-295" fmla="*/ 6858000 w 6858000"/>
              <ns1:gd name="connsiteY7-296" fmla="*/ 6459417 h 6459417"/>
              <ns1:gd name="connsiteX8-297" fmla="*/ 0 w 6858000"/>
              <ns1:gd name="connsiteY8-298" fmla="*/ 6459417 h 6459417"/>
              <ns1:gd name="connsiteX9-299" fmla="*/ 0 w 6858000"/>
              <ns1:gd name="connsiteY9-300" fmla="*/ 4180650 h 6459417"/>
              <ns1:gd name="connsiteX10-301" fmla="*/ 0 w 6858000"/>
              <ns1:gd name="connsiteY10-302" fmla="*/ 4098468 h 6459417"/>
              <ns1:gd name="connsiteX11-303" fmla="*/ 0 w 6858000"/>
              <ns1:gd name="connsiteY11-304" fmla="*/ 3954046 h 6459417"/>
              <ns1:gd name="connsiteX12-305" fmla="*/ 0 w 6858000"/>
              <ns1:gd name="connsiteY12-306" fmla="*/ 3295924 h 6459417"/>
              <ns1:gd name="connsiteX13-307" fmla="*/ 0 w 6858000"/>
              <ns1:gd name="connsiteY13-308" fmla="*/ 1819701 h 6459417"/>
              <ns1:gd name="connsiteX14-309" fmla="*/ 0 w 6858000"/>
              <ns1:gd name="connsiteY14-310" fmla="*/ 1675279 h 6459417"/>
              <ns1:gd name="connsiteX15-311" fmla="*/ 0 w 6858000"/>
              <ns1:gd name="connsiteY15-312" fmla="*/ 1017157 h 6459417"/>
              <ns1:gd name="connsiteX16-313" fmla="*/ 6858000 w 6858000"/>
              <ns1:gd name="connsiteY16-314" fmla="*/ 0 h 6459417"/>
              <ns1:gd name="connsiteX0-315" fmla="*/ 6858000 w 6858000"/>
              <ns1:gd name="connsiteY0-316" fmla="*/ 0 h 6459417"/>
              <ns1:gd name="connsiteX1-317" fmla="*/ 6858000 w 6858000"/>
              <ns1:gd name="connsiteY1-318" fmla="*/ 1675279 h 6459417"/>
              <ns1:gd name="connsiteX2-319" fmla="*/ 6858000 w 6858000"/>
              <ns1:gd name="connsiteY2-320" fmla="*/ 1819701 h 6459417"/>
              <ns1:gd name="connsiteX3-321" fmla="*/ 6858000 w 6858000"/>
              <ns1:gd name="connsiteY3-322" fmla="*/ 2278767 h 6459417"/>
              <ns1:gd name="connsiteX4-323" fmla="*/ 6858000 w 6858000"/>
              <ns1:gd name="connsiteY4-324" fmla="*/ 3954046 h 6459417"/>
              <ns1:gd name="connsiteX5-325" fmla="*/ 6858000 w 6858000"/>
              <ns1:gd name="connsiteY5-326" fmla="*/ 4098468 h 6459417"/>
              <ns1:gd name="connsiteX6-327" fmla="*/ 6858000 w 6858000"/>
              <ns1:gd name="connsiteY6-328" fmla="*/ 4180650 h 6459417"/>
              <ns1:gd name="connsiteX7-329" fmla="*/ 6858000 w 6858000"/>
              <ns1:gd name="connsiteY7-330" fmla="*/ 6459417 h 6459417"/>
              <ns1:gd name="connsiteX8-331" fmla="*/ 0 w 6858000"/>
              <ns1:gd name="connsiteY8-332" fmla="*/ 6459417 h 6459417"/>
              <ns1:gd name="connsiteX9-333" fmla="*/ 0 w 6858000"/>
              <ns1:gd name="connsiteY9-334" fmla="*/ 4180650 h 6459417"/>
              <ns1:gd name="connsiteX10-335" fmla="*/ 0 w 6858000"/>
              <ns1:gd name="connsiteY10-336" fmla="*/ 4098468 h 6459417"/>
              <ns1:gd name="connsiteX11-337" fmla="*/ 0 w 6858000"/>
              <ns1:gd name="connsiteY11-338" fmla="*/ 3954046 h 6459417"/>
              <ns1:gd name="connsiteX12-339" fmla="*/ 0 w 6858000"/>
              <ns1:gd name="connsiteY12-340" fmla="*/ 3295924 h 6459417"/>
              <ns1:gd name="connsiteX13-341" fmla="*/ 0 w 6858000"/>
              <ns1:gd name="connsiteY13-342" fmla="*/ 1819701 h 6459417"/>
              <ns1:gd name="connsiteX14-343" fmla="*/ 0 w 6858000"/>
              <ns1:gd name="connsiteY14-344" fmla="*/ 1675279 h 6459417"/>
              <ns1:gd name="connsiteX15-345" fmla="*/ 0 w 6858000"/>
              <ns1:gd name="connsiteY15-346" fmla="*/ 1017157 h 6459417"/>
              <ns1:gd name="connsiteX16-347" fmla="*/ 6858000 w 6858000"/>
              <ns1:gd name="connsiteY16-348" fmla="*/ 0 h 6459417"/>
              <ns1:gd name="connsiteX0-349" fmla="*/ 6858000 w 6858000"/>
              <ns1:gd name="connsiteY0-350" fmla="*/ 0 h 6459417"/>
              <ns1:gd name="connsiteX1-351" fmla="*/ 6858000 w 6858000"/>
              <ns1:gd name="connsiteY1-352" fmla="*/ 1675279 h 6459417"/>
              <ns1:gd name="connsiteX2-353" fmla="*/ 6858000 w 6858000"/>
              <ns1:gd name="connsiteY2-354" fmla="*/ 1819701 h 6459417"/>
              <ns1:gd name="connsiteX3-355" fmla="*/ 6858000 w 6858000"/>
              <ns1:gd name="connsiteY3-356" fmla="*/ 2278767 h 6459417"/>
              <ns1:gd name="connsiteX4-357" fmla="*/ 6858000 w 6858000"/>
              <ns1:gd name="connsiteY4-358" fmla="*/ 3954046 h 6459417"/>
              <ns1:gd name="connsiteX5-359" fmla="*/ 6858000 w 6858000"/>
              <ns1:gd name="connsiteY5-360" fmla="*/ 4098468 h 6459417"/>
              <ns1:gd name="connsiteX6-361" fmla="*/ 6858000 w 6858000"/>
              <ns1:gd name="connsiteY6-362" fmla="*/ 4180650 h 6459417"/>
              <ns1:gd name="connsiteX7-363" fmla="*/ 6858000 w 6858000"/>
              <ns1:gd name="connsiteY7-364" fmla="*/ 6459417 h 6459417"/>
              <ns1:gd name="connsiteX8-365" fmla="*/ 0 w 6858000"/>
              <ns1:gd name="connsiteY8-366" fmla="*/ 6459417 h 6459417"/>
              <ns1:gd name="connsiteX9-367" fmla="*/ 0 w 6858000"/>
              <ns1:gd name="connsiteY9-368" fmla="*/ 4180650 h 6459417"/>
              <ns1:gd name="connsiteX10-369" fmla="*/ 0 w 6858000"/>
              <ns1:gd name="connsiteY10-370" fmla="*/ 4098468 h 6459417"/>
              <ns1:gd name="connsiteX11-371" fmla="*/ 0 w 6858000"/>
              <ns1:gd name="connsiteY11-372" fmla="*/ 3954046 h 6459417"/>
              <ns1:gd name="connsiteX12-373" fmla="*/ 0 w 6858000"/>
              <ns1:gd name="connsiteY12-374" fmla="*/ 3295924 h 6459417"/>
              <ns1:gd name="connsiteX13-375" fmla="*/ 0 w 6858000"/>
              <ns1:gd name="connsiteY13-376" fmla="*/ 1819701 h 6459417"/>
              <ns1:gd name="connsiteX14-377" fmla="*/ 0 w 6858000"/>
              <ns1:gd name="connsiteY14-378" fmla="*/ 1675279 h 6459417"/>
              <ns1:gd name="connsiteX15-379" fmla="*/ 0 w 6858000"/>
              <ns1:gd name="connsiteY15-380" fmla="*/ 1017157 h 6459417"/>
              <ns1:gd name="connsiteX16-381" fmla="*/ 6858000 w 6858000"/>
              <ns1:gd name="connsiteY16-382" fmla="*/ 0 h 6459417"/>
              <ns1:gd name="connsiteX0-383" fmla="*/ 6858000 w 6858000"/>
              <ns1:gd name="connsiteY0-384" fmla="*/ 0 h 6459417"/>
              <ns1:gd name="connsiteX1-385" fmla="*/ 6858000 w 6858000"/>
              <ns1:gd name="connsiteY1-386" fmla="*/ 1675279 h 6459417"/>
              <ns1:gd name="connsiteX2-387" fmla="*/ 6858000 w 6858000"/>
              <ns1:gd name="connsiteY2-388" fmla="*/ 1819701 h 6459417"/>
              <ns1:gd name="connsiteX3-389" fmla="*/ 6858000 w 6858000"/>
              <ns1:gd name="connsiteY3-390" fmla="*/ 2278767 h 6459417"/>
              <ns1:gd name="connsiteX4-391" fmla="*/ 6858000 w 6858000"/>
              <ns1:gd name="connsiteY4-392" fmla="*/ 3954046 h 6459417"/>
              <ns1:gd name="connsiteX5-393" fmla="*/ 6858000 w 6858000"/>
              <ns1:gd name="connsiteY5-394" fmla="*/ 4098468 h 6459417"/>
              <ns1:gd name="connsiteX6-395" fmla="*/ 6858000 w 6858000"/>
              <ns1:gd name="connsiteY6-396" fmla="*/ 4180650 h 6459417"/>
              <ns1:gd name="connsiteX7-397" fmla="*/ 6858000 w 6858000"/>
              <ns1:gd name="connsiteY7-398" fmla="*/ 6459417 h 6459417"/>
              <ns1:gd name="connsiteX8-399" fmla="*/ 0 w 6858000"/>
              <ns1:gd name="connsiteY8-400" fmla="*/ 6459417 h 6459417"/>
              <ns1:gd name="connsiteX9-401" fmla="*/ 0 w 6858000"/>
              <ns1:gd name="connsiteY9-402" fmla="*/ 4180650 h 6459417"/>
              <ns1:gd name="connsiteX10-403" fmla="*/ 0 w 6858000"/>
              <ns1:gd name="connsiteY10-404" fmla="*/ 4098468 h 6459417"/>
              <ns1:gd name="connsiteX11-405" fmla="*/ 0 w 6858000"/>
              <ns1:gd name="connsiteY11-406" fmla="*/ 3954046 h 6459417"/>
              <ns1:gd name="connsiteX12-407" fmla="*/ 0 w 6858000"/>
              <ns1:gd name="connsiteY12-408" fmla="*/ 3295924 h 6459417"/>
              <ns1:gd name="connsiteX13-409" fmla="*/ 0 w 6858000"/>
              <ns1:gd name="connsiteY13-410" fmla="*/ 1819701 h 6459417"/>
              <ns1:gd name="connsiteX14-411" fmla="*/ 0 w 6858000"/>
              <ns1:gd name="connsiteY14-412" fmla="*/ 1675279 h 6459417"/>
              <ns1:gd name="connsiteX15-413" fmla="*/ 0 w 6858000"/>
              <ns1:gd name="connsiteY15-414" fmla="*/ 1017157 h 6459417"/>
              <ns1:gd name="connsiteX16-415" fmla="*/ 6858000 w 6858000"/>
              <ns1:gd name="connsiteY16-416" fmla="*/ 0 h 6459417"/>
              <ns1:gd name="connsiteX0-417" fmla="*/ 6858003 w 6858003"/>
              <ns1:gd name="connsiteY0-418" fmla="*/ 0 h 6735189"/>
              <ns1:gd name="connsiteX1-419" fmla="*/ 6858000 w 6858003"/>
              <ns1:gd name="connsiteY1-420" fmla="*/ 1951051 h 6735189"/>
              <ns1:gd name="connsiteX2-421" fmla="*/ 6858000 w 6858003"/>
              <ns1:gd name="connsiteY2-422" fmla="*/ 2095473 h 6735189"/>
              <ns1:gd name="connsiteX3-423" fmla="*/ 6858000 w 6858003"/>
              <ns1:gd name="connsiteY3-424" fmla="*/ 2554539 h 6735189"/>
              <ns1:gd name="connsiteX4-425" fmla="*/ 6858000 w 6858003"/>
              <ns1:gd name="connsiteY4-426" fmla="*/ 4229818 h 6735189"/>
              <ns1:gd name="connsiteX5-427" fmla="*/ 6858000 w 6858003"/>
              <ns1:gd name="connsiteY5-428" fmla="*/ 4374240 h 6735189"/>
              <ns1:gd name="connsiteX6-429" fmla="*/ 6858000 w 6858003"/>
              <ns1:gd name="connsiteY6-430" fmla="*/ 4456422 h 6735189"/>
              <ns1:gd name="connsiteX7-431" fmla="*/ 6858000 w 6858003"/>
              <ns1:gd name="connsiteY7-432" fmla="*/ 6735189 h 6735189"/>
              <ns1:gd name="connsiteX8-433" fmla="*/ 0 w 6858003"/>
              <ns1:gd name="connsiteY8-434" fmla="*/ 6735189 h 6735189"/>
              <ns1:gd name="connsiteX9-435" fmla="*/ 0 w 6858003"/>
              <ns1:gd name="connsiteY9-436" fmla="*/ 4456422 h 6735189"/>
              <ns1:gd name="connsiteX10-437" fmla="*/ 0 w 6858003"/>
              <ns1:gd name="connsiteY10-438" fmla="*/ 4374240 h 6735189"/>
              <ns1:gd name="connsiteX11-439" fmla="*/ 0 w 6858003"/>
              <ns1:gd name="connsiteY11-440" fmla="*/ 4229818 h 6735189"/>
              <ns1:gd name="connsiteX12-441" fmla="*/ 0 w 6858003"/>
              <ns1:gd name="connsiteY12-442" fmla="*/ 3571696 h 6735189"/>
              <ns1:gd name="connsiteX13-443" fmla="*/ 0 w 6858003"/>
              <ns1:gd name="connsiteY13-444" fmla="*/ 2095473 h 6735189"/>
              <ns1:gd name="connsiteX14-445" fmla="*/ 0 w 6858003"/>
              <ns1:gd name="connsiteY14-446" fmla="*/ 1951051 h 6735189"/>
              <ns1:gd name="connsiteX15-447" fmla="*/ 0 w 6858003"/>
              <ns1:gd name="connsiteY15-448" fmla="*/ 1292929 h 6735189"/>
              <ns1:gd name="connsiteX16-449" fmla="*/ 6858003 w 6858003"/>
              <ns1:gd name="connsiteY16-450" fmla="*/ 0 h 6735189"/>
              <ns1:gd name="connsiteX0-451" fmla="*/ 6858003 w 6858003"/>
              <ns1:gd name="connsiteY0-452" fmla="*/ 0 h 6735189"/>
              <ns1:gd name="connsiteX1-453" fmla="*/ 6858000 w 6858003"/>
              <ns1:gd name="connsiteY1-454" fmla="*/ 1951051 h 6735189"/>
              <ns1:gd name="connsiteX2-455" fmla="*/ 6858000 w 6858003"/>
              <ns1:gd name="connsiteY2-456" fmla="*/ 2095473 h 6735189"/>
              <ns1:gd name="connsiteX3-457" fmla="*/ 6858000 w 6858003"/>
              <ns1:gd name="connsiteY3-458" fmla="*/ 2554539 h 6735189"/>
              <ns1:gd name="connsiteX4-459" fmla="*/ 6858000 w 6858003"/>
              <ns1:gd name="connsiteY4-460" fmla="*/ 4229818 h 6735189"/>
              <ns1:gd name="connsiteX5-461" fmla="*/ 6858000 w 6858003"/>
              <ns1:gd name="connsiteY5-462" fmla="*/ 4374240 h 6735189"/>
              <ns1:gd name="connsiteX6-463" fmla="*/ 6858000 w 6858003"/>
              <ns1:gd name="connsiteY6-464" fmla="*/ 4456422 h 6735189"/>
              <ns1:gd name="connsiteX7-465" fmla="*/ 6858000 w 6858003"/>
              <ns1:gd name="connsiteY7-466" fmla="*/ 6735189 h 6735189"/>
              <ns1:gd name="connsiteX8-467" fmla="*/ 0 w 6858003"/>
              <ns1:gd name="connsiteY8-468" fmla="*/ 6735189 h 6735189"/>
              <ns1:gd name="connsiteX9-469" fmla="*/ 0 w 6858003"/>
              <ns1:gd name="connsiteY9-470" fmla="*/ 4456422 h 6735189"/>
              <ns1:gd name="connsiteX10-471" fmla="*/ 0 w 6858003"/>
              <ns1:gd name="connsiteY10-472" fmla="*/ 4374240 h 6735189"/>
              <ns1:gd name="connsiteX11-473" fmla="*/ 0 w 6858003"/>
              <ns1:gd name="connsiteY11-474" fmla="*/ 4229818 h 6735189"/>
              <ns1:gd name="connsiteX12-475" fmla="*/ 0 w 6858003"/>
              <ns1:gd name="connsiteY12-476" fmla="*/ 3571696 h 6735189"/>
              <ns1:gd name="connsiteX13-477" fmla="*/ 0 w 6858003"/>
              <ns1:gd name="connsiteY13-478" fmla="*/ 2095473 h 6735189"/>
              <ns1:gd name="connsiteX14-479" fmla="*/ 0 w 6858003"/>
              <ns1:gd name="connsiteY14-480" fmla="*/ 1951051 h 6735189"/>
              <ns1:gd name="connsiteX15-481" fmla="*/ 0 w 6858003"/>
              <ns1:gd name="connsiteY15-482" fmla="*/ 1292929 h 6735189"/>
              <ns1:gd name="connsiteX16-483" fmla="*/ 6858003 w 6858003"/>
              <ns1:gd name="connsiteY16-484" fmla="*/ 0 h 6735189"/>
              <ns1:gd name="connsiteX0-485" fmla="*/ 6858003 w 6858003"/>
              <ns1:gd name="connsiteY0-486" fmla="*/ 0 h 6735189"/>
              <ns1:gd name="connsiteX1-487" fmla="*/ 6858000 w 6858003"/>
              <ns1:gd name="connsiteY1-488" fmla="*/ 1951051 h 6735189"/>
              <ns1:gd name="connsiteX2-489" fmla="*/ 6858000 w 6858003"/>
              <ns1:gd name="connsiteY2-490" fmla="*/ 2095473 h 6735189"/>
              <ns1:gd name="connsiteX3-491" fmla="*/ 6858000 w 6858003"/>
              <ns1:gd name="connsiteY3-492" fmla="*/ 2554539 h 6735189"/>
              <ns1:gd name="connsiteX4-493" fmla="*/ 6858000 w 6858003"/>
              <ns1:gd name="connsiteY4-494" fmla="*/ 4229818 h 6735189"/>
              <ns1:gd name="connsiteX5-495" fmla="*/ 6858000 w 6858003"/>
              <ns1:gd name="connsiteY5-496" fmla="*/ 4374240 h 6735189"/>
              <ns1:gd name="connsiteX6-497" fmla="*/ 6858000 w 6858003"/>
              <ns1:gd name="connsiteY6-498" fmla="*/ 4456422 h 6735189"/>
              <ns1:gd name="connsiteX7-499" fmla="*/ 6858000 w 6858003"/>
              <ns1:gd name="connsiteY7-500" fmla="*/ 6735189 h 6735189"/>
              <ns1:gd name="connsiteX8-501" fmla="*/ 0 w 6858003"/>
              <ns1:gd name="connsiteY8-502" fmla="*/ 6735189 h 6735189"/>
              <ns1:gd name="connsiteX9-503" fmla="*/ 0 w 6858003"/>
              <ns1:gd name="connsiteY9-504" fmla="*/ 4456422 h 6735189"/>
              <ns1:gd name="connsiteX10-505" fmla="*/ 0 w 6858003"/>
              <ns1:gd name="connsiteY10-506" fmla="*/ 4374240 h 6735189"/>
              <ns1:gd name="connsiteX11-507" fmla="*/ 0 w 6858003"/>
              <ns1:gd name="connsiteY11-508" fmla="*/ 4229818 h 6735189"/>
              <ns1:gd name="connsiteX12-509" fmla="*/ 0 w 6858003"/>
              <ns1:gd name="connsiteY12-510" fmla="*/ 3571696 h 6735189"/>
              <ns1:gd name="connsiteX13-511" fmla="*/ 0 w 6858003"/>
              <ns1:gd name="connsiteY13-512" fmla="*/ 2095473 h 6735189"/>
              <ns1:gd name="connsiteX14-513" fmla="*/ 0 w 6858003"/>
              <ns1:gd name="connsiteY14-514" fmla="*/ 1951051 h 6735189"/>
              <ns1:gd name="connsiteX15-515" fmla="*/ 0 w 6858003"/>
              <ns1:gd name="connsiteY15-516" fmla="*/ 1292929 h 6735189"/>
              <ns1:gd name="connsiteX16-517" fmla="*/ 6858003 w 6858003"/>
              <ns1:gd name="connsiteY16-518" fmla="*/ 0 h 6735189"/>
              <ns1:gd name="connsiteX0-519" fmla="*/ 6858003 w 6858003"/>
              <ns1:gd name="connsiteY0-520" fmla="*/ 0 h 6735189"/>
              <ns1:gd name="connsiteX1-521" fmla="*/ 6858000 w 6858003"/>
              <ns1:gd name="connsiteY1-522" fmla="*/ 1951051 h 6735189"/>
              <ns1:gd name="connsiteX2-523" fmla="*/ 6858000 w 6858003"/>
              <ns1:gd name="connsiteY2-524" fmla="*/ 2095473 h 6735189"/>
              <ns1:gd name="connsiteX3-525" fmla="*/ 6858000 w 6858003"/>
              <ns1:gd name="connsiteY3-526" fmla="*/ 2554539 h 6735189"/>
              <ns1:gd name="connsiteX4-527" fmla="*/ 6858000 w 6858003"/>
              <ns1:gd name="connsiteY4-528" fmla="*/ 4229818 h 6735189"/>
              <ns1:gd name="connsiteX5-529" fmla="*/ 6858000 w 6858003"/>
              <ns1:gd name="connsiteY5-530" fmla="*/ 4374240 h 6735189"/>
              <ns1:gd name="connsiteX6-531" fmla="*/ 6858000 w 6858003"/>
              <ns1:gd name="connsiteY6-532" fmla="*/ 4456422 h 6735189"/>
              <ns1:gd name="connsiteX7-533" fmla="*/ 6858000 w 6858003"/>
              <ns1:gd name="connsiteY7-534" fmla="*/ 6735189 h 6735189"/>
              <ns1:gd name="connsiteX8-535" fmla="*/ 0 w 6858003"/>
              <ns1:gd name="connsiteY8-536" fmla="*/ 6735189 h 6735189"/>
              <ns1:gd name="connsiteX9-537" fmla="*/ 0 w 6858003"/>
              <ns1:gd name="connsiteY9-538" fmla="*/ 4456422 h 6735189"/>
              <ns1:gd name="connsiteX10-539" fmla="*/ 0 w 6858003"/>
              <ns1:gd name="connsiteY10-540" fmla="*/ 4374240 h 6735189"/>
              <ns1:gd name="connsiteX11-541" fmla="*/ 0 w 6858003"/>
              <ns1:gd name="connsiteY11-542" fmla="*/ 4229818 h 6735189"/>
              <ns1:gd name="connsiteX12-543" fmla="*/ 0 w 6858003"/>
              <ns1:gd name="connsiteY12-544" fmla="*/ 3571696 h 6735189"/>
              <ns1:gd name="connsiteX13-545" fmla="*/ 0 w 6858003"/>
              <ns1:gd name="connsiteY13-546" fmla="*/ 2095473 h 6735189"/>
              <ns1:gd name="connsiteX14-547" fmla="*/ 0 w 6858003"/>
              <ns1:gd name="connsiteY14-548" fmla="*/ 1951051 h 6735189"/>
              <ns1:gd name="connsiteX15-549" fmla="*/ 0 w 6858003"/>
              <ns1:gd name="connsiteY15-550" fmla="*/ 1292929 h 6735189"/>
              <ns1:gd name="connsiteX16-551" fmla="*/ 6858003 w 6858003"/>
              <ns1:gd name="connsiteY16-552" fmla="*/ 0 h 6735189"/>
              <ns1:gd name="connsiteX0-553" fmla="*/ 6858003 w 6858003"/>
              <ns1:gd name="connsiteY0-554" fmla="*/ 0 h 6735189"/>
              <ns1:gd name="connsiteX1-555" fmla="*/ 6858000 w 6858003"/>
              <ns1:gd name="connsiteY1-556" fmla="*/ 1951051 h 6735189"/>
              <ns1:gd name="connsiteX2-557" fmla="*/ 6858000 w 6858003"/>
              <ns1:gd name="connsiteY2-558" fmla="*/ 2095473 h 6735189"/>
              <ns1:gd name="connsiteX3-559" fmla="*/ 6858000 w 6858003"/>
              <ns1:gd name="connsiteY3-560" fmla="*/ 2554539 h 6735189"/>
              <ns1:gd name="connsiteX4-561" fmla="*/ 6858000 w 6858003"/>
              <ns1:gd name="connsiteY4-562" fmla="*/ 4229818 h 6735189"/>
              <ns1:gd name="connsiteX5-563" fmla="*/ 6858000 w 6858003"/>
              <ns1:gd name="connsiteY5-564" fmla="*/ 4374240 h 6735189"/>
              <ns1:gd name="connsiteX6-565" fmla="*/ 6858000 w 6858003"/>
              <ns1:gd name="connsiteY6-566" fmla="*/ 4456422 h 6735189"/>
              <ns1:gd name="connsiteX7-567" fmla="*/ 6858000 w 6858003"/>
              <ns1:gd name="connsiteY7-568" fmla="*/ 6735189 h 6735189"/>
              <ns1:gd name="connsiteX8-569" fmla="*/ 0 w 6858003"/>
              <ns1:gd name="connsiteY8-570" fmla="*/ 6735189 h 6735189"/>
              <ns1:gd name="connsiteX9-571" fmla="*/ 0 w 6858003"/>
              <ns1:gd name="connsiteY9-572" fmla="*/ 4456422 h 6735189"/>
              <ns1:gd name="connsiteX10-573" fmla="*/ 0 w 6858003"/>
              <ns1:gd name="connsiteY10-574" fmla="*/ 4374240 h 6735189"/>
              <ns1:gd name="connsiteX11-575" fmla="*/ 0 w 6858003"/>
              <ns1:gd name="connsiteY11-576" fmla="*/ 4229818 h 6735189"/>
              <ns1:gd name="connsiteX12-577" fmla="*/ 0 w 6858003"/>
              <ns1:gd name="connsiteY12-578" fmla="*/ 3571696 h 6735189"/>
              <ns1:gd name="connsiteX13-579" fmla="*/ 0 w 6858003"/>
              <ns1:gd name="connsiteY13-580" fmla="*/ 2095473 h 6735189"/>
              <ns1:gd name="connsiteX14-581" fmla="*/ 0 w 6858003"/>
              <ns1:gd name="connsiteY14-582" fmla="*/ 1951051 h 6735189"/>
              <ns1:gd name="connsiteX15-583" fmla="*/ 0 w 6858003"/>
              <ns1:gd name="connsiteY15-584" fmla="*/ 1292929 h 6735189"/>
              <ns1:gd name="connsiteX16-585" fmla="*/ 6858003 w 6858003"/>
              <ns1:gd name="connsiteY16-586" fmla="*/ 0 h 6735189"/>
              <ns1:gd name="connsiteX0-587" fmla="*/ 6858003 w 6858003"/>
              <ns1:gd name="connsiteY0-588" fmla="*/ 0 h 7431875"/>
              <ns1:gd name="connsiteX1-589" fmla="*/ 6858000 w 6858003"/>
              <ns1:gd name="connsiteY1-590" fmla="*/ 2647737 h 7431875"/>
              <ns1:gd name="connsiteX2-591" fmla="*/ 6858000 w 6858003"/>
              <ns1:gd name="connsiteY2-592" fmla="*/ 2792159 h 7431875"/>
              <ns1:gd name="connsiteX3-593" fmla="*/ 6858000 w 6858003"/>
              <ns1:gd name="connsiteY3-594" fmla="*/ 3251225 h 7431875"/>
              <ns1:gd name="connsiteX4-595" fmla="*/ 6858000 w 6858003"/>
              <ns1:gd name="connsiteY4-596" fmla="*/ 4926504 h 7431875"/>
              <ns1:gd name="connsiteX5-597" fmla="*/ 6858000 w 6858003"/>
              <ns1:gd name="connsiteY5-598" fmla="*/ 5070926 h 7431875"/>
              <ns1:gd name="connsiteX6-599" fmla="*/ 6858000 w 6858003"/>
              <ns1:gd name="connsiteY6-600" fmla="*/ 5153108 h 7431875"/>
              <ns1:gd name="connsiteX7-601" fmla="*/ 6858000 w 6858003"/>
              <ns1:gd name="connsiteY7-602" fmla="*/ 7431875 h 7431875"/>
              <ns1:gd name="connsiteX8-603" fmla="*/ 0 w 6858003"/>
              <ns1:gd name="connsiteY8-604" fmla="*/ 7431875 h 7431875"/>
              <ns1:gd name="connsiteX9-605" fmla="*/ 0 w 6858003"/>
              <ns1:gd name="connsiteY9-606" fmla="*/ 5153108 h 7431875"/>
              <ns1:gd name="connsiteX10-607" fmla="*/ 0 w 6858003"/>
              <ns1:gd name="connsiteY10-608" fmla="*/ 5070926 h 7431875"/>
              <ns1:gd name="connsiteX11-609" fmla="*/ 0 w 6858003"/>
              <ns1:gd name="connsiteY11-610" fmla="*/ 4926504 h 7431875"/>
              <ns1:gd name="connsiteX12-611" fmla="*/ 0 w 6858003"/>
              <ns1:gd name="connsiteY12-612" fmla="*/ 4268382 h 7431875"/>
              <ns1:gd name="connsiteX13-613" fmla="*/ 0 w 6858003"/>
              <ns1:gd name="connsiteY13-614" fmla="*/ 2792159 h 7431875"/>
              <ns1:gd name="connsiteX14-615" fmla="*/ 0 w 6858003"/>
              <ns1:gd name="connsiteY14-616" fmla="*/ 2647737 h 7431875"/>
              <ns1:gd name="connsiteX15-617" fmla="*/ 0 w 6858003"/>
              <ns1:gd name="connsiteY15-618" fmla="*/ 1989615 h 7431875"/>
              <ns1:gd name="connsiteX16-619" fmla="*/ 6858003 w 6858003"/>
              <ns1:gd name="connsiteY16-620" fmla="*/ 0 h 7431875"/>
              <ns1:gd name="connsiteX0-621" fmla="*/ 6872517 w 6872517"/>
              <ns1:gd name="connsiteY0-622" fmla="*/ 0 h 7431875"/>
              <ns1:gd name="connsiteX1-623" fmla="*/ 6872514 w 6872517"/>
              <ns1:gd name="connsiteY1-624" fmla="*/ 2647737 h 7431875"/>
              <ns1:gd name="connsiteX2-625" fmla="*/ 6872514 w 6872517"/>
              <ns1:gd name="connsiteY2-626" fmla="*/ 2792159 h 7431875"/>
              <ns1:gd name="connsiteX3-627" fmla="*/ 6872514 w 6872517"/>
              <ns1:gd name="connsiteY3-628" fmla="*/ 3251225 h 7431875"/>
              <ns1:gd name="connsiteX4-629" fmla="*/ 6872514 w 6872517"/>
              <ns1:gd name="connsiteY4-630" fmla="*/ 4926504 h 7431875"/>
              <ns1:gd name="connsiteX5-631" fmla="*/ 6872514 w 6872517"/>
              <ns1:gd name="connsiteY5-632" fmla="*/ 5070926 h 7431875"/>
              <ns1:gd name="connsiteX6-633" fmla="*/ 6872514 w 6872517"/>
              <ns1:gd name="connsiteY6-634" fmla="*/ 5153108 h 7431875"/>
              <ns1:gd name="connsiteX7-635" fmla="*/ 6872514 w 6872517"/>
              <ns1:gd name="connsiteY7-636" fmla="*/ 7431875 h 7431875"/>
              <ns1:gd name="connsiteX8-637" fmla="*/ 14514 w 6872517"/>
              <ns1:gd name="connsiteY8-638" fmla="*/ 7431875 h 7431875"/>
              <ns1:gd name="connsiteX9-639" fmla="*/ 14514 w 6872517"/>
              <ns1:gd name="connsiteY9-640" fmla="*/ 5153108 h 7431875"/>
              <ns1:gd name="connsiteX10-641" fmla="*/ 14514 w 6872517"/>
              <ns1:gd name="connsiteY10-642" fmla="*/ 5070926 h 7431875"/>
              <ns1:gd name="connsiteX11-643" fmla="*/ 14514 w 6872517"/>
              <ns1:gd name="connsiteY11-644" fmla="*/ 4926504 h 7431875"/>
              <ns1:gd name="connsiteX12-645" fmla="*/ 14514 w 6872517"/>
              <ns1:gd name="connsiteY12-646" fmla="*/ 4268382 h 7431875"/>
              <ns1:gd name="connsiteX13-647" fmla="*/ 14514 w 6872517"/>
              <ns1:gd name="connsiteY13-648" fmla="*/ 2792159 h 7431875"/>
              <ns1:gd name="connsiteX14-649" fmla="*/ 14514 w 6872517"/>
              <ns1:gd name="connsiteY14-650" fmla="*/ 2647737 h 7431875"/>
              <ns1:gd name="connsiteX15-651" fmla="*/ 0 w 6872517"/>
              <ns1:gd name="connsiteY15-652" fmla="*/ 480129 h 7431875"/>
              <ns1:gd name="connsiteX16-653" fmla="*/ 6872517 w 6872517"/>
              <ns1:gd name="connsiteY16-654" fmla="*/ 0 h 7431875"/>
              <ns1:gd name="connsiteX0-655" fmla="*/ 6858003 w 6858003"/>
              <ns1:gd name="connsiteY0-656" fmla="*/ 0 h 7431875"/>
              <ns1:gd name="connsiteX1-657" fmla="*/ 6858000 w 6858003"/>
              <ns1:gd name="connsiteY1-658" fmla="*/ 2647737 h 7431875"/>
              <ns1:gd name="connsiteX2-659" fmla="*/ 6858000 w 6858003"/>
              <ns1:gd name="connsiteY2-660" fmla="*/ 2792159 h 7431875"/>
              <ns1:gd name="connsiteX3-661" fmla="*/ 6858000 w 6858003"/>
              <ns1:gd name="connsiteY3-662" fmla="*/ 3251225 h 7431875"/>
              <ns1:gd name="connsiteX4-663" fmla="*/ 6858000 w 6858003"/>
              <ns1:gd name="connsiteY4-664" fmla="*/ 4926504 h 7431875"/>
              <ns1:gd name="connsiteX5-665" fmla="*/ 6858000 w 6858003"/>
              <ns1:gd name="connsiteY5-666" fmla="*/ 5070926 h 7431875"/>
              <ns1:gd name="connsiteX6-667" fmla="*/ 6858000 w 6858003"/>
              <ns1:gd name="connsiteY6-668" fmla="*/ 5153108 h 7431875"/>
              <ns1:gd name="connsiteX7-669" fmla="*/ 6858000 w 6858003"/>
              <ns1:gd name="connsiteY7-670" fmla="*/ 7431875 h 7431875"/>
              <ns1:gd name="connsiteX8-671" fmla="*/ 0 w 6858003"/>
              <ns1:gd name="connsiteY8-672" fmla="*/ 7431875 h 7431875"/>
              <ns1:gd name="connsiteX9-673" fmla="*/ 0 w 6858003"/>
              <ns1:gd name="connsiteY9-674" fmla="*/ 5153108 h 7431875"/>
              <ns1:gd name="connsiteX10-675" fmla="*/ 0 w 6858003"/>
              <ns1:gd name="connsiteY10-676" fmla="*/ 5070926 h 7431875"/>
              <ns1:gd name="connsiteX11-677" fmla="*/ 0 w 6858003"/>
              <ns1:gd name="connsiteY11-678" fmla="*/ 4926504 h 7431875"/>
              <ns1:gd name="connsiteX12-679" fmla="*/ 0 w 6858003"/>
              <ns1:gd name="connsiteY12-680" fmla="*/ 4268382 h 7431875"/>
              <ns1:gd name="connsiteX13-681" fmla="*/ 0 w 6858003"/>
              <ns1:gd name="connsiteY13-682" fmla="*/ 2792159 h 7431875"/>
              <ns1:gd name="connsiteX14-683" fmla="*/ 0 w 6858003"/>
              <ns1:gd name="connsiteY14-684" fmla="*/ 2647737 h 7431875"/>
              <ns1:gd name="connsiteX15-685" fmla="*/ 0 w 6858003"/>
              <ns1:gd name="connsiteY15-686" fmla="*/ 552701 h 7431875"/>
              <ns1:gd name="connsiteX16-687" fmla="*/ 6858003 w 6858003"/>
              <ns1:gd name="connsiteY16-688" fmla="*/ 0 h 7431875"/>
              <ns1:gd name="connsiteX0-689" fmla="*/ 6858003 w 6858003"/>
              <ns1:gd name="connsiteY0-690" fmla="*/ 0 h 7431875"/>
              <ns1:gd name="connsiteX1-691" fmla="*/ 6858000 w 6858003"/>
              <ns1:gd name="connsiteY1-692" fmla="*/ 2647737 h 7431875"/>
              <ns1:gd name="connsiteX2-693" fmla="*/ 6858000 w 6858003"/>
              <ns1:gd name="connsiteY2-694" fmla="*/ 2792159 h 7431875"/>
              <ns1:gd name="connsiteX3-695" fmla="*/ 6858000 w 6858003"/>
              <ns1:gd name="connsiteY3-696" fmla="*/ 3251225 h 7431875"/>
              <ns1:gd name="connsiteX4-697" fmla="*/ 6858000 w 6858003"/>
              <ns1:gd name="connsiteY4-698" fmla="*/ 4926504 h 7431875"/>
              <ns1:gd name="connsiteX5-699" fmla="*/ 6858000 w 6858003"/>
              <ns1:gd name="connsiteY5-700" fmla="*/ 5070926 h 7431875"/>
              <ns1:gd name="connsiteX6-701" fmla="*/ 6858000 w 6858003"/>
              <ns1:gd name="connsiteY6-702" fmla="*/ 5153108 h 7431875"/>
              <ns1:gd name="connsiteX7-703" fmla="*/ 6858000 w 6858003"/>
              <ns1:gd name="connsiteY7-704" fmla="*/ 7431875 h 7431875"/>
              <ns1:gd name="connsiteX8-705" fmla="*/ 0 w 6858003"/>
              <ns1:gd name="connsiteY8-706" fmla="*/ 7431875 h 7431875"/>
              <ns1:gd name="connsiteX9-707" fmla="*/ 0 w 6858003"/>
              <ns1:gd name="connsiteY9-708" fmla="*/ 5153108 h 7431875"/>
              <ns1:gd name="connsiteX10-709" fmla="*/ 0 w 6858003"/>
              <ns1:gd name="connsiteY10-710" fmla="*/ 5070926 h 7431875"/>
              <ns1:gd name="connsiteX11-711" fmla="*/ 0 w 6858003"/>
              <ns1:gd name="connsiteY11-712" fmla="*/ 4926504 h 7431875"/>
              <ns1:gd name="connsiteX12-713" fmla="*/ 0 w 6858003"/>
              <ns1:gd name="connsiteY12-714" fmla="*/ 4268382 h 7431875"/>
              <ns1:gd name="connsiteX13-715" fmla="*/ 0 w 6858003"/>
              <ns1:gd name="connsiteY13-716" fmla="*/ 2792159 h 7431875"/>
              <ns1:gd name="connsiteX14-717" fmla="*/ 0 w 6858003"/>
              <ns1:gd name="connsiteY14-718" fmla="*/ 552701 h 7431875"/>
              <ns1:gd name="connsiteX15-719" fmla="*/ 6858003 w 6858003"/>
              <ns1:gd name="connsiteY15-720" fmla="*/ 0 h 7431875"/>
              <ns1:gd name="connsiteX0-721" fmla="*/ 6858003 w 6858003"/>
              <ns1:gd name="connsiteY0-722" fmla="*/ 0 h 7431875"/>
              <ns1:gd name="connsiteX1-723" fmla="*/ 6858000 w 6858003"/>
              <ns1:gd name="connsiteY1-724" fmla="*/ 2647737 h 7431875"/>
              <ns1:gd name="connsiteX2-725" fmla="*/ 6858000 w 6858003"/>
              <ns1:gd name="connsiteY2-726" fmla="*/ 2792159 h 7431875"/>
              <ns1:gd name="connsiteX3-727" fmla="*/ 6858000 w 6858003"/>
              <ns1:gd name="connsiteY3-728" fmla="*/ 3251225 h 7431875"/>
              <ns1:gd name="connsiteX4-729" fmla="*/ 6858000 w 6858003"/>
              <ns1:gd name="connsiteY4-730" fmla="*/ 4926504 h 7431875"/>
              <ns1:gd name="connsiteX5-731" fmla="*/ 6858000 w 6858003"/>
              <ns1:gd name="connsiteY5-732" fmla="*/ 5070926 h 7431875"/>
              <ns1:gd name="connsiteX6-733" fmla="*/ 6858000 w 6858003"/>
              <ns1:gd name="connsiteY6-734" fmla="*/ 5153108 h 7431875"/>
              <ns1:gd name="connsiteX7-735" fmla="*/ 6858000 w 6858003"/>
              <ns1:gd name="connsiteY7-736" fmla="*/ 7431875 h 7431875"/>
              <ns1:gd name="connsiteX8-737" fmla="*/ 0 w 6858003"/>
              <ns1:gd name="connsiteY8-738" fmla="*/ 7431875 h 7431875"/>
              <ns1:gd name="connsiteX9-739" fmla="*/ 0 w 6858003"/>
              <ns1:gd name="connsiteY9-740" fmla="*/ 5153108 h 7431875"/>
              <ns1:gd name="connsiteX10-741" fmla="*/ 0 w 6858003"/>
              <ns1:gd name="connsiteY10-742" fmla="*/ 5070926 h 7431875"/>
              <ns1:gd name="connsiteX11-743" fmla="*/ 0 w 6858003"/>
              <ns1:gd name="connsiteY11-744" fmla="*/ 4926504 h 7431875"/>
              <ns1:gd name="connsiteX12-745" fmla="*/ 0 w 6858003"/>
              <ns1:gd name="connsiteY12-746" fmla="*/ 4268382 h 7431875"/>
              <ns1:gd name="connsiteX13-747" fmla="*/ 0 w 6858003"/>
              <ns1:gd name="connsiteY13-748" fmla="*/ 552701 h 7431875"/>
              <ns1:gd name="connsiteX14-749" fmla="*/ 6858003 w 6858003"/>
              <ns1:gd name="connsiteY14-750" fmla="*/ 0 h 7431875"/>
              <ns1:gd name="connsiteX0-751" fmla="*/ 6858003 w 6858003"/>
              <ns1:gd name="connsiteY0-752" fmla="*/ 0 h 7431875"/>
              <ns1:gd name="connsiteX1-753" fmla="*/ 6858000 w 6858003"/>
              <ns1:gd name="connsiteY1-754" fmla="*/ 2647737 h 7431875"/>
              <ns1:gd name="connsiteX2-755" fmla="*/ 6858000 w 6858003"/>
              <ns1:gd name="connsiteY2-756" fmla="*/ 2792159 h 7431875"/>
              <ns1:gd name="connsiteX3-757" fmla="*/ 6858000 w 6858003"/>
              <ns1:gd name="connsiteY3-758" fmla="*/ 3251225 h 7431875"/>
              <ns1:gd name="connsiteX4-759" fmla="*/ 6858000 w 6858003"/>
              <ns1:gd name="connsiteY4-760" fmla="*/ 4926504 h 7431875"/>
              <ns1:gd name="connsiteX5-761" fmla="*/ 6858000 w 6858003"/>
              <ns1:gd name="connsiteY5-762" fmla="*/ 5070926 h 7431875"/>
              <ns1:gd name="connsiteX6-763" fmla="*/ 6858000 w 6858003"/>
              <ns1:gd name="connsiteY6-764" fmla="*/ 5153108 h 7431875"/>
              <ns1:gd name="connsiteX7-765" fmla="*/ 6858000 w 6858003"/>
              <ns1:gd name="connsiteY7-766" fmla="*/ 7431875 h 7431875"/>
              <ns1:gd name="connsiteX8-767" fmla="*/ 0 w 6858003"/>
              <ns1:gd name="connsiteY8-768" fmla="*/ 7431875 h 7431875"/>
              <ns1:gd name="connsiteX9-769" fmla="*/ 0 w 6858003"/>
              <ns1:gd name="connsiteY9-770" fmla="*/ 5153108 h 7431875"/>
              <ns1:gd name="connsiteX10-771" fmla="*/ 0 w 6858003"/>
              <ns1:gd name="connsiteY10-772" fmla="*/ 5070926 h 7431875"/>
              <ns1:gd name="connsiteX11-773" fmla="*/ 0 w 6858003"/>
              <ns1:gd name="connsiteY11-774" fmla="*/ 4926504 h 7431875"/>
              <ns1:gd name="connsiteX12-775" fmla="*/ 0 w 6858003"/>
              <ns1:gd name="connsiteY12-776" fmla="*/ 552701 h 7431875"/>
              <ns1:gd name="connsiteX13-777" fmla="*/ 6858003 w 6858003"/>
              <ns1:gd name="connsiteY13-778" fmla="*/ 0 h 7431875"/>
              <ns1:gd name="connsiteX0-779" fmla="*/ 6858003 w 6858003"/>
              <ns1:gd name="connsiteY0-780" fmla="*/ 0 h 7431875"/>
              <ns1:gd name="connsiteX1-781" fmla="*/ 6858000 w 6858003"/>
              <ns1:gd name="connsiteY1-782" fmla="*/ 2647737 h 7431875"/>
              <ns1:gd name="connsiteX2-783" fmla="*/ 6858000 w 6858003"/>
              <ns1:gd name="connsiteY2-784" fmla="*/ 2792159 h 7431875"/>
              <ns1:gd name="connsiteX3-785" fmla="*/ 6858000 w 6858003"/>
              <ns1:gd name="connsiteY3-786" fmla="*/ 3251225 h 7431875"/>
              <ns1:gd name="connsiteX4-787" fmla="*/ 6858000 w 6858003"/>
              <ns1:gd name="connsiteY4-788" fmla="*/ 4926504 h 7431875"/>
              <ns1:gd name="connsiteX5-789" fmla="*/ 6858000 w 6858003"/>
              <ns1:gd name="connsiteY5-790" fmla="*/ 5070926 h 7431875"/>
              <ns1:gd name="connsiteX6-791" fmla="*/ 6858000 w 6858003"/>
              <ns1:gd name="connsiteY6-792" fmla="*/ 5153108 h 7431875"/>
              <ns1:gd name="connsiteX7-793" fmla="*/ 6858000 w 6858003"/>
              <ns1:gd name="connsiteY7-794" fmla="*/ 7431875 h 7431875"/>
              <ns1:gd name="connsiteX8-795" fmla="*/ 0 w 6858003"/>
              <ns1:gd name="connsiteY8-796" fmla="*/ 7431875 h 7431875"/>
              <ns1:gd name="connsiteX9-797" fmla="*/ 0 w 6858003"/>
              <ns1:gd name="connsiteY9-798" fmla="*/ 5153108 h 7431875"/>
              <ns1:gd name="connsiteX10-799" fmla="*/ 0 w 6858003"/>
              <ns1:gd name="connsiteY10-800" fmla="*/ 5070926 h 7431875"/>
              <ns1:gd name="connsiteX11-801" fmla="*/ 0 w 6858003"/>
              <ns1:gd name="connsiteY11-802" fmla="*/ 552701 h 7431875"/>
              <ns1:gd name="connsiteX12-803" fmla="*/ 6858003 w 6858003"/>
              <ns1:gd name="connsiteY12-804" fmla="*/ 0 h 7431875"/>
              <ns1:gd name="connsiteX0-805" fmla="*/ 6858003 w 6858003"/>
              <ns1:gd name="connsiteY0-806" fmla="*/ 0 h 7431875"/>
              <ns1:gd name="connsiteX1-807" fmla="*/ 6858000 w 6858003"/>
              <ns1:gd name="connsiteY1-808" fmla="*/ 2647737 h 7431875"/>
              <ns1:gd name="connsiteX2-809" fmla="*/ 6858000 w 6858003"/>
              <ns1:gd name="connsiteY2-810" fmla="*/ 2792159 h 7431875"/>
              <ns1:gd name="connsiteX3-811" fmla="*/ 6858000 w 6858003"/>
              <ns1:gd name="connsiteY3-812" fmla="*/ 3251225 h 7431875"/>
              <ns1:gd name="connsiteX4-813" fmla="*/ 6858000 w 6858003"/>
              <ns1:gd name="connsiteY4-814" fmla="*/ 4926504 h 7431875"/>
              <ns1:gd name="connsiteX5-815" fmla="*/ 6858000 w 6858003"/>
              <ns1:gd name="connsiteY5-816" fmla="*/ 5070926 h 7431875"/>
              <ns1:gd name="connsiteX6-817" fmla="*/ 6858000 w 6858003"/>
              <ns1:gd name="connsiteY6-818" fmla="*/ 5153108 h 7431875"/>
              <ns1:gd name="connsiteX7-819" fmla="*/ 6858000 w 6858003"/>
              <ns1:gd name="connsiteY7-820" fmla="*/ 7431875 h 7431875"/>
              <ns1:gd name="connsiteX8-821" fmla="*/ 0 w 6858003"/>
              <ns1:gd name="connsiteY8-822" fmla="*/ 7431875 h 7431875"/>
              <ns1:gd name="connsiteX9-823" fmla="*/ 0 w 6858003"/>
              <ns1:gd name="connsiteY9-824" fmla="*/ 5153108 h 7431875"/>
              <ns1:gd name="connsiteX10-825" fmla="*/ 0 w 6858003"/>
              <ns1:gd name="connsiteY10-826" fmla="*/ 552701 h 7431875"/>
              <ns1:gd name="connsiteX11-827" fmla="*/ 6858003 w 6858003"/>
              <ns1:gd name="connsiteY11-828" fmla="*/ 0 h 7431875"/>
              <ns1:gd name="connsiteX0-829" fmla="*/ 6858003 w 6858003"/>
              <ns1:gd name="connsiteY0-830" fmla="*/ 0 h 7431875"/>
              <ns1:gd name="connsiteX1-831" fmla="*/ 6858000 w 6858003"/>
              <ns1:gd name="connsiteY1-832" fmla="*/ 2647737 h 7431875"/>
              <ns1:gd name="connsiteX2-833" fmla="*/ 6858000 w 6858003"/>
              <ns1:gd name="connsiteY2-834" fmla="*/ 2792159 h 7431875"/>
              <ns1:gd name="connsiteX3-835" fmla="*/ 6858000 w 6858003"/>
              <ns1:gd name="connsiteY3-836" fmla="*/ 3251225 h 7431875"/>
              <ns1:gd name="connsiteX4-837" fmla="*/ 6858000 w 6858003"/>
              <ns1:gd name="connsiteY4-838" fmla="*/ 4926504 h 7431875"/>
              <ns1:gd name="connsiteX5-839" fmla="*/ 6858000 w 6858003"/>
              <ns1:gd name="connsiteY5-840" fmla="*/ 5070926 h 7431875"/>
              <ns1:gd name="connsiteX6-841" fmla="*/ 6858000 w 6858003"/>
              <ns1:gd name="connsiteY6-842" fmla="*/ 5153108 h 7431875"/>
              <ns1:gd name="connsiteX7-843" fmla="*/ 6858000 w 6858003"/>
              <ns1:gd name="connsiteY7-844" fmla="*/ 7431875 h 7431875"/>
              <ns1:gd name="connsiteX8-845" fmla="*/ 0 w 6858003"/>
              <ns1:gd name="connsiteY8-846" fmla="*/ 7431875 h 7431875"/>
              <ns1:gd name="connsiteX9-847" fmla="*/ 0 w 6858003"/>
              <ns1:gd name="connsiteY9-848" fmla="*/ 552701 h 7431875"/>
              <ns1:gd name="connsiteX10-849" fmla="*/ 6858003 w 6858003"/>
              <ns1:gd name="connsiteY10-850" fmla="*/ 0 h 7431875"/>
              <ns1:gd name="connsiteX0-851" fmla="*/ 6858003 w 6858003"/>
              <ns1:gd name="connsiteY0-852" fmla="*/ 0 h 7431875"/>
              <ns1:gd name="connsiteX1-853" fmla="*/ 6858000 w 6858003"/>
              <ns1:gd name="connsiteY1-854" fmla="*/ 2647737 h 7431875"/>
              <ns1:gd name="connsiteX2-855" fmla="*/ 6858000 w 6858003"/>
              <ns1:gd name="connsiteY2-856" fmla="*/ 2792159 h 7431875"/>
              <ns1:gd name="connsiteX3-857" fmla="*/ 6858000 w 6858003"/>
              <ns1:gd name="connsiteY3-858" fmla="*/ 3251225 h 7431875"/>
              <ns1:gd name="connsiteX4-859" fmla="*/ 6858000 w 6858003"/>
              <ns1:gd name="connsiteY4-860" fmla="*/ 4926504 h 7431875"/>
              <ns1:gd name="connsiteX5-861" fmla="*/ 6858000 w 6858003"/>
              <ns1:gd name="connsiteY5-862" fmla="*/ 5070926 h 7431875"/>
              <ns1:gd name="connsiteX6-863" fmla="*/ 6858000 w 6858003"/>
              <ns1:gd name="connsiteY6-864" fmla="*/ 7431875 h 7431875"/>
              <ns1:gd name="connsiteX7-865" fmla="*/ 0 w 6858003"/>
              <ns1:gd name="connsiteY7-866" fmla="*/ 7431875 h 7431875"/>
              <ns1:gd name="connsiteX8-867" fmla="*/ 0 w 6858003"/>
              <ns1:gd name="connsiteY8-868" fmla="*/ 552701 h 7431875"/>
              <ns1:gd name="connsiteX9-869" fmla="*/ 6858003 w 6858003"/>
              <ns1:gd name="connsiteY9-870" fmla="*/ 0 h 7431875"/>
              <ns1:gd name="connsiteX0-871" fmla="*/ 6858003 w 6858003"/>
              <ns1:gd name="connsiteY0-872" fmla="*/ 0 h 7431875"/>
              <ns1:gd name="connsiteX1-873" fmla="*/ 6858000 w 6858003"/>
              <ns1:gd name="connsiteY1-874" fmla="*/ 2647737 h 7431875"/>
              <ns1:gd name="connsiteX2-875" fmla="*/ 6858000 w 6858003"/>
              <ns1:gd name="connsiteY2-876" fmla="*/ 2792159 h 7431875"/>
              <ns1:gd name="connsiteX3-877" fmla="*/ 6858000 w 6858003"/>
              <ns1:gd name="connsiteY3-878" fmla="*/ 3251225 h 7431875"/>
              <ns1:gd name="connsiteX4-879" fmla="*/ 6858000 w 6858003"/>
              <ns1:gd name="connsiteY4-880" fmla="*/ 4926504 h 7431875"/>
              <ns1:gd name="connsiteX5-881" fmla="*/ 6858000 w 6858003"/>
              <ns1:gd name="connsiteY5-882" fmla="*/ 7431875 h 7431875"/>
              <ns1:gd name="connsiteX6-883" fmla="*/ 0 w 6858003"/>
              <ns1:gd name="connsiteY6-884" fmla="*/ 7431875 h 7431875"/>
              <ns1:gd name="connsiteX7-885" fmla="*/ 0 w 6858003"/>
              <ns1:gd name="connsiteY7-886" fmla="*/ 552701 h 7431875"/>
              <ns1:gd name="connsiteX8-887" fmla="*/ 6858003 w 6858003"/>
              <ns1:gd name="connsiteY8-888" fmla="*/ 0 h 7431875"/>
              <ns1:gd name="connsiteX0-889" fmla="*/ 6858003 w 6858003"/>
              <ns1:gd name="connsiteY0-890" fmla="*/ 0 h 7431875"/>
              <ns1:gd name="connsiteX1-891" fmla="*/ 6858000 w 6858003"/>
              <ns1:gd name="connsiteY1-892" fmla="*/ 2647737 h 7431875"/>
              <ns1:gd name="connsiteX2-893" fmla="*/ 6858000 w 6858003"/>
              <ns1:gd name="connsiteY2-894" fmla="*/ 2792159 h 7431875"/>
              <ns1:gd name="connsiteX3-895" fmla="*/ 6858000 w 6858003"/>
              <ns1:gd name="connsiteY3-896" fmla="*/ 3251225 h 7431875"/>
              <ns1:gd name="connsiteX4-897" fmla="*/ 6858000 w 6858003"/>
              <ns1:gd name="connsiteY4-898" fmla="*/ 7431875 h 7431875"/>
              <ns1:gd name="connsiteX5-899" fmla="*/ 0 w 6858003"/>
              <ns1:gd name="connsiteY5-900" fmla="*/ 7431875 h 7431875"/>
              <ns1:gd name="connsiteX6-901" fmla="*/ 0 w 6858003"/>
              <ns1:gd name="connsiteY6-902" fmla="*/ 552701 h 7431875"/>
              <ns1:gd name="connsiteX7-903" fmla="*/ 6858003 w 6858003"/>
              <ns1:gd name="connsiteY7-904" fmla="*/ 0 h 7431875"/>
              <ns1:gd name="connsiteX0-905" fmla="*/ 6858003 w 6858003"/>
              <ns1:gd name="connsiteY0-906" fmla="*/ 0 h 7431875"/>
              <ns1:gd name="connsiteX1-907" fmla="*/ 6858000 w 6858003"/>
              <ns1:gd name="connsiteY1-908" fmla="*/ 2647737 h 7431875"/>
              <ns1:gd name="connsiteX2-909" fmla="*/ 6858000 w 6858003"/>
              <ns1:gd name="connsiteY2-910" fmla="*/ 2792159 h 7431875"/>
              <ns1:gd name="connsiteX3-911" fmla="*/ 6858000 w 6858003"/>
              <ns1:gd name="connsiteY3-912" fmla="*/ 7431875 h 7431875"/>
              <ns1:gd name="connsiteX4-913" fmla="*/ 0 w 6858003"/>
              <ns1:gd name="connsiteY4-914" fmla="*/ 7431875 h 7431875"/>
              <ns1:gd name="connsiteX5-915" fmla="*/ 0 w 6858003"/>
              <ns1:gd name="connsiteY5-916" fmla="*/ 552701 h 7431875"/>
              <ns1:gd name="connsiteX6-917" fmla="*/ 6858003 w 6858003"/>
              <ns1:gd name="connsiteY6-918" fmla="*/ 0 h 7431875"/>
              <ns1:gd name="connsiteX0-919" fmla="*/ 6858003 w 6858003"/>
              <ns1:gd name="connsiteY0-920" fmla="*/ 0 h 7431875"/>
              <ns1:gd name="connsiteX1-921" fmla="*/ 6858000 w 6858003"/>
              <ns1:gd name="connsiteY1-922" fmla="*/ 2647737 h 7431875"/>
              <ns1:gd name="connsiteX2-923" fmla="*/ 6858000 w 6858003"/>
              <ns1:gd name="connsiteY2-924" fmla="*/ 7431875 h 7431875"/>
              <ns1:gd name="connsiteX3-925" fmla="*/ 0 w 6858003"/>
              <ns1:gd name="connsiteY3-926" fmla="*/ 7431875 h 7431875"/>
              <ns1:gd name="connsiteX4-927" fmla="*/ 0 w 6858003"/>
              <ns1:gd name="connsiteY4-928" fmla="*/ 552701 h 7431875"/>
              <ns1:gd name="connsiteX5-929" fmla="*/ 6858003 w 6858003"/>
              <ns1:gd name="connsiteY5-930" fmla="*/ 0 h 7431875"/>
              <ns1:gd name="connsiteX0-931" fmla="*/ 6872517 w 6872517"/>
              <ns1:gd name="connsiteY0-932" fmla="*/ 42385 h 6879174"/>
              <ns1:gd name="connsiteX1-933" fmla="*/ 6858000 w 6872517"/>
              <ns1:gd name="connsiteY1-934" fmla="*/ 2095036 h 6879174"/>
              <ns1:gd name="connsiteX2-935" fmla="*/ 6858000 w 6872517"/>
              <ns1:gd name="connsiteY2-936" fmla="*/ 6879174 h 6879174"/>
              <ns1:gd name="connsiteX3-937" fmla="*/ 0 w 6872517"/>
              <ns1:gd name="connsiteY3-938" fmla="*/ 6879174 h 6879174"/>
              <ns1:gd name="connsiteX4-939" fmla="*/ 0 w 6872517"/>
              <ns1:gd name="connsiteY4-940" fmla="*/ 0 h 6879174"/>
              <ns1:gd name="connsiteX5-941" fmla="*/ 6872517 w 6872517"/>
              <ns1:gd name="connsiteY5-942" fmla="*/ 42385 h 6879174"/>
              <ns1:gd name="connsiteX0-943" fmla="*/ 6872520 w 6872520"/>
              <ns1:gd name="connsiteY0-944" fmla="*/ 0 h 6880332"/>
              <ns1:gd name="connsiteX1-945" fmla="*/ 6858000 w 6872520"/>
              <ns1:gd name="connsiteY1-946" fmla="*/ 2096194 h 6880332"/>
              <ns1:gd name="connsiteX2-947" fmla="*/ 6858000 w 6872520"/>
              <ns1:gd name="connsiteY2-948" fmla="*/ 6880332 h 6880332"/>
              <ns1:gd name="connsiteX3-949" fmla="*/ 0 w 6872520"/>
              <ns1:gd name="connsiteY3-950" fmla="*/ 6880332 h 6880332"/>
              <ns1:gd name="connsiteX4-951" fmla="*/ 0 w 6872520"/>
              <ns1:gd name="connsiteY4-952" fmla="*/ 1158 h 6880332"/>
              <ns1:gd name="connsiteX5-953" fmla="*/ 6872520 w 6872520"/>
              <ns1:gd name="connsiteY5-954" fmla="*/ 0 h 6880332"/>
              <ns1:gd name="connsiteX0-955" fmla="*/ 6872520 w 6872520"/>
              <ns1:gd name="connsiteY0-956" fmla="*/ 0 h 6880332"/>
              <ns1:gd name="connsiteX1-957" fmla="*/ 6858000 w 6872520"/>
              <ns1:gd name="connsiteY1-958" fmla="*/ 2096194 h 6880332"/>
              <ns1:gd name="connsiteX2-959" fmla="*/ 6858000 w 6872520"/>
              <ns1:gd name="connsiteY2-960" fmla="*/ 6880332 h 6880332"/>
              <ns1:gd name="connsiteX3-961" fmla="*/ 0 w 6872520"/>
              <ns1:gd name="connsiteY3-962" fmla="*/ 6880332 h 6880332"/>
              <ns1:gd name="connsiteX4-963" fmla="*/ 0 w 6872520"/>
              <ns1:gd name="connsiteY4-964" fmla="*/ 1158 h 6880332"/>
              <ns1:gd name="connsiteX5-965" fmla="*/ 6872520 w 6872520"/>
              <ns1:gd name="connsiteY5-966" fmla="*/ 0 h 6880332"/>
              <ns1:gd name="connsiteX0-967" fmla="*/ 6843491 w 6858000"/>
              <ns1:gd name="connsiteY0-968" fmla="*/ 202042 h 6879174"/>
              <ns1:gd name="connsiteX1-969" fmla="*/ 6858000 w 6858000"/>
              <ns1:gd name="connsiteY1-970" fmla="*/ 2095036 h 6879174"/>
              <ns1:gd name="connsiteX2-971" fmla="*/ 6858000 w 6858000"/>
              <ns1:gd name="connsiteY2-972" fmla="*/ 6879174 h 6879174"/>
              <ns1:gd name="connsiteX3-973" fmla="*/ 0 w 6858000"/>
              <ns1:gd name="connsiteY3-974" fmla="*/ 6879174 h 6879174"/>
              <ns1:gd name="connsiteX4-975" fmla="*/ 0 w 6858000"/>
              <ns1:gd name="connsiteY4-976" fmla="*/ 0 h 6879174"/>
              <ns1:gd name="connsiteX5-977" fmla="*/ 6843491 w 6858000"/>
              <ns1:gd name="connsiteY5-978" fmla="*/ 202042 h 6879174"/>
              <ns1:gd name="connsiteX0-979" fmla="*/ 6843491 w 6858000"/>
              <ns1:gd name="connsiteY0-980" fmla="*/ 202042 h 6879174"/>
              <ns1:gd name="connsiteX1-981" fmla="*/ 6858000 w 6858000"/>
              <ns1:gd name="connsiteY1-982" fmla="*/ 2095036 h 6879174"/>
              <ns1:gd name="connsiteX2-983" fmla="*/ 6858000 w 6858000"/>
              <ns1:gd name="connsiteY2-984" fmla="*/ 6879174 h 6879174"/>
              <ns1:gd name="connsiteX3-985" fmla="*/ 0 w 6858000"/>
              <ns1:gd name="connsiteY3-986" fmla="*/ 6879174 h 6879174"/>
              <ns1:gd name="connsiteX4-987" fmla="*/ 0 w 6858000"/>
              <ns1:gd name="connsiteY4-988" fmla="*/ 0 h 6879174"/>
              <ns1:gd name="connsiteX5-989" fmla="*/ 6843491 w 6858000"/>
              <ns1:gd name="connsiteY5-990" fmla="*/ 202042 h 6879174"/>
              <ns1:gd name="connsiteX0-991" fmla="*/ 6843491 w 6858000"/>
              <ns1:gd name="connsiteY0-992" fmla="*/ 202042 h 6879174"/>
              <ns1:gd name="connsiteX1-993" fmla="*/ 6858000 w 6858000"/>
              <ns1:gd name="connsiteY1-994" fmla="*/ 2095036 h 6879174"/>
              <ns1:gd name="connsiteX2-995" fmla="*/ 6858000 w 6858000"/>
              <ns1:gd name="connsiteY2-996" fmla="*/ 6879174 h 6879174"/>
              <ns1:gd name="connsiteX3-997" fmla="*/ 0 w 6858000"/>
              <ns1:gd name="connsiteY3-998" fmla="*/ 6879174 h 6879174"/>
              <ns1:gd name="connsiteX4-999" fmla="*/ 0 w 6858000"/>
              <ns1:gd name="connsiteY4-1000" fmla="*/ 0 h 6879174"/>
              <ns1:gd name="connsiteX5-1001" fmla="*/ 6843491 w 6858000"/>
              <ns1:gd name="connsiteY5-1002" fmla="*/ 202042 h 6879174"/>
              <ns1:gd name="connsiteX0-1003" fmla="*/ 6856191 w 6858000"/>
              <ns1:gd name="connsiteY0-1004" fmla="*/ 214742 h 6879174"/>
              <ns1:gd name="connsiteX1-1005" fmla="*/ 6858000 w 6858000"/>
              <ns1:gd name="connsiteY1-1006" fmla="*/ 2095036 h 6879174"/>
              <ns1:gd name="connsiteX2-1007" fmla="*/ 6858000 w 6858000"/>
              <ns1:gd name="connsiteY2-1008" fmla="*/ 6879174 h 6879174"/>
              <ns1:gd name="connsiteX3-1009" fmla="*/ 0 w 6858000"/>
              <ns1:gd name="connsiteY3-1010" fmla="*/ 6879174 h 6879174"/>
              <ns1:gd name="connsiteX4-1011" fmla="*/ 0 w 6858000"/>
              <ns1:gd name="connsiteY4-1012" fmla="*/ 0 h 6879174"/>
              <ns1:gd name="connsiteX5-1013" fmla="*/ 6856191 w 6858000"/>
              <ns1:gd name="connsiteY5-1014" fmla="*/ 214742 h 6879174"/>
              <ns1:gd name="connsiteX0-1015" fmla="*/ 6856191 w 6858000"/>
              <ns1:gd name="connsiteY0-1016" fmla="*/ 209979 h 6879174"/>
              <ns1:gd name="connsiteX1-1017" fmla="*/ 6858000 w 6858000"/>
              <ns1:gd name="connsiteY1-1018" fmla="*/ 2095036 h 6879174"/>
              <ns1:gd name="connsiteX2-1019" fmla="*/ 6858000 w 6858000"/>
              <ns1:gd name="connsiteY2-1020" fmla="*/ 6879174 h 6879174"/>
              <ns1:gd name="connsiteX3-1021" fmla="*/ 0 w 6858000"/>
              <ns1:gd name="connsiteY3-1022" fmla="*/ 6879174 h 6879174"/>
              <ns1:gd name="connsiteX4-1023" fmla="*/ 0 w 6858000"/>
              <ns1:gd name="connsiteY4-1024" fmla="*/ 0 h 6879174"/>
              <ns1:gd name="connsiteX5-1025" fmla="*/ 6856191 w 6858000"/>
              <ns1:gd name="connsiteY5-1026" fmla="*/ 209979 h 6879174"/>
              <ns1:gd name="connsiteX0-1027" fmla="*/ 6868891 w 6868891"/>
              <ns1:gd name="connsiteY0-1028" fmla="*/ 197279 h 6879174"/>
              <ns1:gd name="connsiteX1-1029" fmla="*/ 6858000 w 6868891"/>
              <ns1:gd name="connsiteY1-1030" fmla="*/ 2095036 h 6879174"/>
              <ns1:gd name="connsiteX2-1031" fmla="*/ 6858000 w 6868891"/>
              <ns1:gd name="connsiteY2-1032" fmla="*/ 6879174 h 6879174"/>
              <ns1:gd name="connsiteX3-1033" fmla="*/ 0 w 6868891"/>
              <ns1:gd name="connsiteY3-1034" fmla="*/ 6879174 h 6879174"/>
              <ns1:gd name="connsiteX4-1035" fmla="*/ 0 w 6868891"/>
              <ns1:gd name="connsiteY4-1036" fmla="*/ 0 h 6879174"/>
              <ns1:gd name="connsiteX5-1037" fmla="*/ 6868891 w 6868891"/>
              <ns1:gd name="connsiteY5-1038" fmla="*/ 197279 h 6879174"/>
              <ns1:gd name="connsiteX0-1039" fmla="*/ 6868891 w 7721392"/>
              <ns1:gd name="connsiteY0-1040" fmla="*/ 197279 h 6879174"/>
              <ns1:gd name="connsiteX1-1041" fmla="*/ 6858000 w 7721392"/>
              <ns1:gd name="connsiteY1-1042" fmla="*/ 6879174 h 6879174"/>
              <ns1:gd name="connsiteX2-1043" fmla="*/ 0 w 7721392"/>
              <ns1:gd name="connsiteY2-1044" fmla="*/ 6879174 h 6879174"/>
              <ns1:gd name="connsiteX3-1045" fmla="*/ 0 w 7721392"/>
              <ns1:gd name="connsiteY3-1046" fmla="*/ 0 h 6879174"/>
              <ns1:gd name="connsiteX4-1047" fmla="*/ 6868891 w 7721392"/>
              <ns1:gd name="connsiteY4-1048" fmla="*/ 197279 h 6879174"/>
              <ns1:gd name="connsiteX0-1049" fmla="*/ 6868891 w 7373946"/>
              <ns1:gd name="connsiteY0-1050" fmla="*/ 197279 h 6879174"/>
              <ns1:gd name="connsiteX1-1051" fmla="*/ 6858000 w 7373946"/>
              <ns1:gd name="connsiteY1-1052" fmla="*/ 6879174 h 6879174"/>
              <ns1:gd name="connsiteX2-1053" fmla="*/ 0 w 7373946"/>
              <ns1:gd name="connsiteY2-1054" fmla="*/ 6879174 h 6879174"/>
              <ns1:gd name="connsiteX3-1055" fmla="*/ 0 w 7373946"/>
              <ns1:gd name="connsiteY3-1056" fmla="*/ 0 h 6879174"/>
              <ns1:gd name="connsiteX4-1057" fmla="*/ 6868891 w 7373946"/>
              <ns1:gd name="connsiteY4-1058" fmla="*/ 197279 h 6879174"/>
              <ns1:gd name="connsiteX0-1059" fmla="*/ 6868891 w 8182025"/>
              <ns1:gd name="connsiteY0-1060" fmla="*/ 197279 h 6879174"/>
              <ns1:gd name="connsiteX1-1061" fmla="*/ 6858000 w 8182025"/>
              <ns1:gd name="connsiteY1-1062" fmla="*/ 6879174 h 6879174"/>
              <ns1:gd name="connsiteX2-1063" fmla="*/ 0 w 8182025"/>
              <ns1:gd name="connsiteY2-1064" fmla="*/ 6879174 h 6879174"/>
              <ns1:gd name="connsiteX3-1065" fmla="*/ 0 w 8182025"/>
              <ns1:gd name="connsiteY3-1066" fmla="*/ 0 h 6879174"/>
              <ns1:gd name="connsiteX4-1067" fmla="*/ 6868891 w 8182025"/>
              <ns1:gd name="connsiteY4-1068" fmla="*/ 197279 h 6879174"/>
              <ns1:gd name="connsiteX0-1069" fmla="*/ 6868891 w 8182025"/>
              <ns1:gd name="connsiteY0-1070" fmla="*/ 197279 h 6879174"/>
              <ns1:gd name="connsiteX1-1071" fmla="*/ 6858000 w 8182025"/>
              <ns1:gd name="connsiteY1-1072" fmla="*/ 6879174 h 6879174"/>
              <ns1:gd name="connsiteX2-1073" fmla="*/ 0 w 8182025"/>
              <ns1:gd name="connsiteY2-1074" fmla="*/ 6879174 h 6879174"/>
              <ns1:gd name="connsiteX3-1075" fmla="*/ 0 w 8182025"/>
              <ns1:gd name="connsiteY3-1076" fmla="*/ 0 h 6879174"/>
              <ns1:gd name="connsiteX4-1077" fmla="*/ 6868891 w 8182025"/>
              <ns1:gd name="connsiteY4-1078" fmla="*/ 197279 h 6879174"/>
              <ns1:gd name="connsiteX0-1079" fmla="*/ 6868891 w 8182025"/>
              <ns1:gd name="connsiteY0-1080" fmla="*/ 197279 h 6879174"/>
              <ns1:gd name="connsiteX1-1081" fmla="*/ 6858000 w 8182025"/>
              <ns1:gd name="connsiteY1-1082" fmla="*/ 6879174 h 6879174"/>
              <ns1:gd name="connsiteX2-1083" fmla="*/ 0 w 8182025"/>
              <ns1:gd name="connsiteY2-1084" fmla="*/ 6879174 h 6879174"/>
              <ns1:gd name="connsiteX3-1085" fmla="*/ 0 w 8182025"/>
              <ns1:gd name="connsiteY3-1086" fmla="*/ 0 h 6879174"/>
              <ns1:gd name="connsiteX4-1087" fmla="*/ 6868891 w 8182025"/>
              <ns1:gd name="connsiteY4-1088" fmla="*/ 197279 h 6879174"/>
              <ns1:gd name="connsiteX0-1089" fmla="*/ 6868891 w 8182025"/>
              <ns1:gd name="connsiteY0-1090" fmla="*/ 197279 h 6879174"/>
              <ns1:gd name="connsiteX1-1091" fmla="*/ 6858000 w 8182025"/>
              <ns1:gd name="connsiteY1-1092" fmla="*/ 6879174 h 6879174"/>
              <ns1:gd name="connsiteX2-1093" fmla="*/ 0 w 8182025"/>
              <ns1:gd name="connsiteY2-1094" fmla="*/ 6879174 h 6879174"/>
              <ns1:gd name="connsiteX3-1095" fmla="*/ 0 w 8182025"/>
              <ns1:gd name="connsiteY3-1096" fmla="*/ 0 h 6879174"/>
              <ns1:gd name="connsiteX4-1097" fmla="*/ 6868891 w 8182025"/>
              <ns1:gd name="connsiteY4-1098" fmla="*/ 197279 h 6879174"/>
              <ns1:gd name="connsiteX0-1099" fmla="*/ 6868891 w 7374082"/>
              <ns1:gd name="connsiteY0-1100" fmla="*/ 197279 h 7217839"/>
              <ns1:gd name="connsiteX1-1101" fmla="*/ 6858000 w 7374082"/>
              <ns1:gd name="connsiteY1-1102" fmla="*/ 6879174 h 7217839"/>
              <ns1:gd name="connsiteX2-1103" fmla="*/ 0 w 7374082"/>
              <ns1:gd name="connsiteY2-1104" fmla="*/ 6879174 h 7217839"/>
              <ns1:gd name="connsiteX3-1105" fmla="*/ 0 w 7374082"/>
              <ns1:gd name="connsiteY3-1106" fmla="*/ 0 h 7217839"/>
              <ns1:gd name="connsiteX4-1107" fmla="*/ 6868891 w 7374082"/>
              <ns1:gd name="connsiteY4-1108" fmla="*/ 197279 h 7217839"/>
              <ns1:gd name="connsiteX0-1109" fmla="*/ 6868891 w 7513044"/>
              <ns1:gd name="connsiteY0-1110" fmla="*/ 197279 h 6879174"/>
              <ns1:gd name="connsiteX1-1111" fmla="*/ 6858000 w 7513044"/>
              <ns1:gd name="connsiteY1-1112" fmla="*/ 6879174 h 6879174"/>
              <ns1:gd name="connsiteX2-1113" fmla="*/ 0 w 7513044"/>
              <ns1:gd name="connsiteY2-1114" fmla="*/ 6879174 h 6879174"/>
              <ns1:gd name="connsiteX3-1115" fmla="*/ 0 w 7513044"/>
              <ns1:gd name="connsiteY3-1116" fmla="*/ 0 h 6879174"/>
              <ns1:gd name="connsiteX4-1117" fmla="*/ 6868891 w 7513044"/>
              <ns1:gd name="connsiteY4-1118" fmla="*/ 197279 h 6879174"/>
              <ns1:gd name="connsiteX0-1119" fmla="*/ 6868891 w 7374082"/>
              <ns1:gd name="connsiteY0-1120" fmla="*/ 197279 h 6879174"/>
              <ns1:gd name="connsiteX1-1121" fmla="*/ 6858000 w 7374082"/>
              <ns1:gd name="connsiteY1-1122" fmla="*/ 6879174 h 6879174"/>
              <ns1:gd name="connsiteX2-1123" fmla="*/ 0 w 7374082"/>
              <ns1:gd name="connsiteY2-1124" fmla="*/ 6879174 h 6879174"/>
              <ns1:gd name="connsiteX3-1125" fmla="*/ 0 w 7374082"/>
              <ns1:gd name="connsiteY3-1126" fmla="*/ 0 h 6879174"/>
              <ns1:gd name="connsiteX4-1127" fmla="*/ 6868891 w 7374082"/>
              <ns1:gd name="connsiteY4-1128" fmla="*/ 197279 h 6879174"/>
              <ns1:gd name="connsiteX0-1129" fmla="*/ 6868891 w 6868891"/>
              <ns1:gd name="connsiteY0-1130" fmla="*/ 197279 h 6879174"/>
              <ns1:gd name="connsiteX1-1131" fmla="*/ 6858000 w 6868891"/>
              <ns1:gd name="connsiteY1-1132" fmla="*/ 6879174 h 6879174"/>
              <ns1:gd name="connsiteX2-1133" fmla="*/ 0 w 6868891"/>
              <ns1:gd name="connsiteY2-1134" fmla="*/ 6879174 h 6879174"/>
              <ns1:gd name="connsiteX3-1135" fmla="*/ 0 w 6868891"/>
              <ns1:gd name="connsiteY3-1136" fmla="*/ 0 h 6879174"/>
              <ns1:gd name="connsiteX4-1137" fmla="*/ 6868891 w 6868891"/>
              <ns1:gd name="connsiteY4-1138" fmla="*/ 197279 h 687917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6868891" h="6879174">
                <ns1:moveTo>
                  <ns1:pt x="6868891" y="197279"/>
                </ns1:moveTo>
                <ns1:cubicBezTo>
                  <ns1:pt x="6865263" y="1808265"/>
                  <ns1:pt x="6858000" y="6879174"/>
                  <ns1:pt x="6858000" y="6879174"/>
                </ns1:cubicBezTo>
                <ns1:lnTo>
                  <ns1:pt x="0" y="6879174"/>
                </ns1:lnTo>
                <ns1:lnTo>
                  <ns1:pt x="0" y="0"/>
                </ns1:lnTo>
                <ns1:cubicBezTo>
                  <ns1:pt x="2329546" y="1257529"/>
                  <ns1:pt x="4524837" y="1741029"/>
                  <ns1:pt x="6868891" y="197279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7" name="矩形 26"/>
          <ns0:cNvSpPr/>
          <ns0:nvPr/>
        </ns0:nvSpPr>
        <ns0:spPr>
          <ns1:xfrm>
            <ns1:off x="4540271" y="224643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1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8" name="矩形 27"/>
          <ns0:cNvSpPr/>
          <ns0:nvPr/>
        </ns0:nvSpPr>
        <ns0:spPr>
          <ns1:xfrm>
            <ns1:off x="4887595" y="2209165"/>
            <ns1:ext cx="103187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系统概述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9" name="矩形 28"/>
          <ns0:cNvSpPr/>
          <ns0:nvPr/>
        </ns0:nvSpPr>
        <ns0:spPr>
          <ns1:xfrm>
            <ns1:off x="4540271" y="2627717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2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0" name="矩形 29"/>
          <ns0:cNvSpPr/>
          <ns0:nvPr/>
        </ns0:nvSpPr>
        <ns0:spPr>
          <ns1:xfrm>
            <ns1:off x="4887372" y="259709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1" name="文本框 30"/>
          <ns0:cNvSpPr txBox="1"/>
          <ns0:nvPr/>
        </ns0:nvSpPr>
        <ns0:spPr>
          <ns1:xfrm>
            <ns1:off x="4444553" y="1142128"/>
            <ns1:ext cx="2885886" cy="923330"/>
          </ns1:xfrm>
          <ns1:prstGeom prst="rect">
            <ns1:avLst/>
          </ns1:prstGeom>
          <ns1:solidFill>
            <ns1:schemeClr val="bg1">
              <ns1:alpha val="0"/>
            </ns1:schemeClr>
          </ns1:solidFill>
        </ns0:spPr>
        <ns0:txBody>
          <ns1:bodyPr wrap="square">
            <ns1:spAutoFit/>
          </ns1:bodyPr>
          <ns1:lstStyle>
            <ns1:lvl1pPr eaLnBrk="0" hangingPunct="0">
              <ns1:defRPr sz="280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j-cs"/>
              </ns1:defRPr>
            </ns1:lvl1pPr>
            <ns1:lvl2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2pPr>
            <ns1:lvl3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3pPr>
            <ns1:lvl4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4pPr>
            <ns1:lvl5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5pPr>
            <ns1:lvl6pPr marL="4572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6pPr>
            <ns1:lvl7pPr marL="9144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7pPr>
            <ns1:lvl8pPr marL="13716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8pPr>
            <ns1:lvl9pPr marL="18288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9pPr>
          </ns1:lstStyle>
          <ns1:p>
            <ns1:r>
              <ns1:rPr lang="zh-CN" altLang="en-US" sz="2700" dirty="0">
                <ns1:sym typeface="微软雅黑" panose="020B0503020204020204" pitchFamily="34" charset="-122"/>
              </ns1:rPr>
              <ns1:t>目录 </ns1:t>
            </ns1:r>
            <ns1:r>
              <ns1:rPr lang="en-US" altLang="zh-CN" sz="2700" dirty="0">
                <ns1:sym typeface="微软雅黑" panose="020B0503020204020204" pitchFamily="34" charset="-122"/>
              </ns1:rPr>
              <ns1:t>| CONTENT</ns1:t>
            </ns1:r>
            <ns1:endParaRPr lang="en-US" altLang="zh-CN" sz="2700" dirty="0">
              <ns1:sym typeface="微软雅黑" panose="020B0503020204020204" pitchFamily="34" charset="-122"/>
            </ns1:endParaRPr>
          </ns1:p>
        </ns0:txBody>
      </ns0:sp>
      <ns0:pic>
        <ns0:nvPicPr>
          <ns0:cNvPr id="32" name="图片 31"/>
          <ns0:cNvPicPr/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7429500" y="619125"/>
            <ns1:ext cx="1047750" cy="1047750"/>
          </ns1:xfrm>
          <ns1:prstGeom prst="rect">
            <ns1:avLst/>
          </ns1:prstGeom>
        </ns0:spPr>
      </ns0:pic>
      <ns0:sp>
        <ns0:nvSpPr>
          <ns0:cNvPr id="34" name="矩形 33"/>
          <ns0:cNvSpPr/>
          <ns0:nvPr/>
        </ns0:nvSpPr>
        <ns0:spPr>
          <ns1:xfrm>
            <ns1:off x="4540271" y="3008072"/>
            <ns1:ext cx="237601" cy="237601"/>
          </ns1:xfrm>
          <ns1:prstGeom prst="rect">
            <ns1:avLst/>
          </ns1:prstGeom>
          <ns1:solidFill>
            <ns1:schemeClr val="accent1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3</ns1:t>
            </ns1:r>
            <ns1:endParaRPr lang="en-US" altLang="zh-CN" sz="1500" b="1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6" name="矩形 35"/>
          <ns0:cNvSpPr/>
          <ns0:nvPr/>
        </ns0:nvSpPr>
        <ns0:spPr>
          <ns1:xfrm>
            <ns1:off x="4887595" y="2977515"/>
            <ns1:ext cx="158051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页面与功能</ns1:t>
            </ns1:r>
            <ns1:endParaRPr lang="zh-CN" altLang="en-US" sz="1500" b="1" dirty="0">
              <ns1:solidFill>
                <ns1:schemeClr val="accent1"/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7" name="矩形 36"/>
          <ns0:cNvSpPr/>
          <ns0:nvPr/>
        </ns0:nvSpPr>
        <ns0:spPr>
          <ns1:xfrm>
            <ns1:off x="4540271" y="337145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4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0" name="矩形 39"/>
          <ns0:cNvSpPr/>
          <ns0:nvPr/>
        </ns0:nvSpPr>
        <ns0:spPr>
          <ns1:xfrm>
            <ns1:off x="4540270" y="374767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5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1" name="矩形 40"/>
          <ns0:cNvSpPr/>
          <ns0:nvPr/>
        </ns0:nvSpPr>
        <ns0:spPr>
          <ns1:xfrm>
            <ns1:off x="4887595" y="3329305"/>
            <ns1:ext cx="139001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标准操作流程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2" name="矩形 41"/>
          <ns0:cNvSpPr/>
          <ns0:nvPr/>
        </ns0:nvSpPr>
        <ns0:spPr>
          <ns1:xfrm>
            <ns1:off x="4887595" y="3705225"/>
            <ns1:ext cx="1993900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状态说明与常见问题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3" name="矩形 42"/>
          <ns0:cNvSpPr/>
          <ns0:nvPr/>
        </ns0:nvSpPr>
        <ns0:spPr>
          <ns1:xfrm>
            <ns1:off x="4540270" y="416360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6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5" name="矩形 44"/>
          <ns0:cNvSpPr/>
          <ns0:nvPr/>
        </ns0:nvSpPr>
        <ns0:spPr>
          <ns1:xfrm>
            <ns1:off x="4887595" y="4121150"/>
            <ns1:ext cx="635000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培训总结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6" name="矩形 45"/>
          <ns0:cNvSpPr/>
          <ns0:nvPr/>
        </ns0:nvSpPr>
        <ns0:spPr>
          <ns1:xfrm>
            <ns1:off x="4898390" y="2593340"/>
            <ns1:ext cx="100520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系统与硬件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</ns0:spTree>
  </ns0:cSld>
  <ns0:clrMapOvr>
    <ns1:masterClrMapping/>
  </ns0:clrMapOvr>
  <ns4:AlternateContent>
    <ns4:Choice Requires="p14">
      <ns0:transition spd="med" ns5:dur="700">
        <ns0:fade/>
      </ns0:transition>
    </ns4:Choice>
    <ns4:Fallback>
      <ns0:transition spd="med">
        <ns0:fade/>
      </ns0:transition>
    </ns4:Fallback>
  </ns4:AlternateContent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3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3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页面与功能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47" name="文本框 46"/>
          <ns0:cNvSpPr txBox="1"/>
          <ns0:nvPr/>
        </ns0:nvSpPr>
        <ns0:spPr>
          <ns1:xfrm>
            <ns1:off x="685800" y="675640"/>
            <ns1:ext cx="7843520" cy="829945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p>
            <ns1:pPr indent="457200"/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当前系统主要分为主页和后台管理两部分。操作员日常使用时主要关注</ns1:t>
            </ns1:r>
            <ns1:r>
              <ns1:rPr lang="zh-CN" sz="1600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实时转写</ns1:t>
            </ns1:r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、</ns1:t>
            </ns1:r>
            <ns1:r>
              <ns1:rPr lang="zh-CN" sz="1600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主说话人</ns1:t>
            </ns1:r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、</ns1:t>
            </ns1:r>
            <ns1:r>
              <ns1:rPr lang="zh-CN" sz="1600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指令识别/转发</ns1:t>
            </ns1:r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、</ns1:t>
            </ns1:r>
            <ns1:r>
              <ns1:rPr lang="zh-CN" sz="1600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日志查询</ns1:t>
            </ns1:r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；管理员使用时可维护</ns1:t>
            </ns1:r>
            <ns1:r>
              <ns1:rPr lang="zh-CN" sz="1600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操作员信息</ns1:t>
            </ns1:r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、</ns1:t>
            </ns1:r>
            <ns1:r>
              <ns1:rPr lang="zh-CN" sz="1600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岗位权限</ns1:t>
            </ns1:r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、</ns1:t>
            </ns1:r>
            <ns1:r>
              <ns1:rPr lang="zh-CN" sz="1600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指令库</ns1:t>
            </ns1:r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和</ns1:t>
            </ns1:r>
            <ns1:r>
              <ns1:rPr lang="zh-CN" sz="1600" b="1">
                <ns1:solidFill>
                  <ns1:srgbClr val="FF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日志中心</ns1:t>
            </ns1:r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。</ns1:t>
            </ns1:r>
            <ns1:endParaRPr lang="zh-CN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pic>
        <ns0:nvPicPr>
          <ns0:cNvPr id="48" name="图片 47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2236470" y="1546860"/>
            <ns1:ext cx="4742180" cy="3255010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3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3.1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开机准备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与进入主页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47" name="文本框 46"/>
          <ns0:cNvSpPr txBox="1"/>
          <ns0:nvPr/>
        </ns0:nvSpPr>
        <ns0:spPr>
          <ns1:xfrm>
            <ns1:off x="685800" y="690245"/>
            <ns1:ext cx="7843520" cy="583565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p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上电后先检查</ns1:t>
            </ns1:r>
            <ns1:r>
              <ns1:rPr lang="en-US" alt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屏幕、麦克风、网络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是否正常；进入系统主页后，确认页面能显示“开始采集”按钮和实时转写区域，再开始操作。</ns1:t>
            </ns1:r>
            <ns1:endParaRPr lang="zh-CN" altLang="en-US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pic>
        <ns0:nvPicPr>
          <ns0:cNvPr id="82210295" name="图片 1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99465" y="1329055"/>
            <ns1:ext cx="7389495" cy="3340100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3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3.2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实时采集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操作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47" name="文本框 46"/>
          <ns0:cNvSpPr txBox="1"/>
          <ns0:nvPr/>
        </ns0:nvSpPr>
        <ns0:spPr>
          <ns1:xfrm>
            <ns1:off x="685800" y="690245"/>
            <ns1:ext cx="7843520" cy="583565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p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点击</ns1:t>
            </ns1:r>
            <ns1:r>
              <ns1:rPr lang="en-US" alt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开始采集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后，按钮会变为“停止采集”。此时对着麦克风正常讲话，系统会在主页实时显示转写内容。</ns1:t>
            </ns1:r>
            <ns1:endParaRPr lang="zh-CN" altLang="en-US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pic>
        <ns0:nvPicPr>
          <ns0:cNvPr id="82210295" name="图片 1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99465" y="1329055"/>
            <ns1:ext cx="7389495" cy="3340100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3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3.3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说话人识别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47" name="文本框 46"/>
          <ns0:cNvSpPr txBox="1"/>
          <ns0:nvPr/>
        </ns0:nvSpPr>
        <ns0:spPr>
          <ns1:xfrm>
            <ns1:off x="685800" y="690245"/>
            <ns1:ext cx="7843520" cy="583565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p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已登记</ns1:t>
            </ns1:r>
            <ns1:r>
              <ns1:rPr lang="en-US" alt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人员讲话时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，页面会显示当前主说话人；若显示“未知说话人”，通常表示未登记声纹、讲话过短或现场噪声较大。</ns1:t>
            </ns1:r>
            <ns1:endParaRPr lang="zh-CN" altLang="en-US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pic>
        <ns0:nvPicPr>
          <ns0:cNvPr id="82210295" name="图片 1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99465" y="1329055"/>
            <ns1:ext cx="7389495" cy="3340100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255" y="81280"/>
            <ns1:ext cx="6390005" cy="457835"/>
          </ns1:xfrm>
          <ns1:prstGeom prst="rect">
            <ns1:avLst/>
          </ns1:prstGeom>
          <ns1:noFill/>
        </ns0:spPr>
        <ns0:txBody>
          <ns1:bodyPr wrap="square" rtlCol="0">
            <ns1:no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3.4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保存录音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开关说明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47" name="文本框 46"/>
          <ns0:cNvSpPr txBox="1"/>
          <ns0:nvPr/>
        </ns0:nvSpPr>
        <ns0:spPr>
          <ns1:xfrm>
            <ns1:off x="685800" y="690245"/>
            <ns1:ext cx="7843520" cy="583565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p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勾选</ns1:t>
            </ns1:r>
            <ns1:r>
              <ns1:rPr lang="en-US" alt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保存录音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后，本次从“开始采集”到“停止采集”的音频会保存为文件；采集中不能切换该开关，需在开始前设置。</ns1:t>
            </ns1:r>
            <ns1:endParaRPr lang="zh-CN" altLang="en-US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pic>
        <ns0:nvPicPr>
          <ns0:cNvPr id="82210295" name="图片 1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799465" y="1329055"/>
            <ns1:ext cx="7389495" cy="3340100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255" y="81280"/>
            <ns1:ext cx="6390005" cy="457835"/>
          </ns1:xfrm>
          <ns1:prstGeom prst="rect">
            <ns1:avLst/>
          </ns1:prstGeom>
          <ns1:noFill/>
        </ns0:spPr>
        <ns0:txBody>
          <ns1:bodyPr wrap="square" rtlCol="0">
            <ns1:no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3.5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音频增强设置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47" name="文本框 46"/>
          <ns0:cNvSpPr txBox="1"/>
          <ns0:nvPr/>
        </ns0:nvSpPr>
        <ns0:spPr>
          <ns1:xfrm>
            <ns1:off x="685800" y="690245"/>
            <ns1:ext cx="7843520" cy="583565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p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采集开始前</ns1:t>
            </ns1:r>
            <ns1:r>
              <ns1:rPr lang="en-US" alt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可选择降噪模式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；进入采集状态后不能修改。若环境较安静，可保持默认推荐配置。</ns1:t>
            </ns1:r>
            <ns1:endParaRPr lang="zh-CN" altLang="en-US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pic>
        <ns0:nvPicPr>
          <ns0:cNvPr id="1983663406" name="图片 1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1350645" y="1345565"/>
            <ns1:ext cx="6513195" cy="3363595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255" y="81280"/>
            <ns1:ext cx="6390005" cy="457835"/>
          </ns1:xfrm>
          <ns1:prstGeom prst="rect">
            <ns1:avLst/>
          </ns1:prstGeom>
          <ns1:noFill/>
        </ns0:spPr>
        <ns0:txBody>
          <ns1:bodyPr wrap="square" rtlCol="0">
            <ns1:no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3.6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指令命中与转发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结果说明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47" name="文本框 46"/>
          <ns0:cNvSpPr txBox="1"/>
          <ns0:nvPr/>
        </ns0:nvSpPr>
        <ns0:spPr>
          <ns1:xfrm>
            <ns1:off x="685800" y="690245"/>
            <ns1:ext cx="7843520" cy="583565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p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识别文本命中预设指令时</ns1:t>
            </ns1:r>
            <ns1:r>
              <ns1:rPr lang="en-US" alt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页面会显示命令名称、匹配分数和转发状态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；“已转发”表示已发送到目标系统，“发送失败”通常表示目标端未连通或转发异常。</ns1:t>
            </ns1:r>
            <ns1:endParaRPr lang="zh-CN" altLang="en-US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pic>
        <ns0:nvPicPr>
          <ns0:cNvPr id="1501693916" name="图片 1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1109345" y="1350010"/>
            <ns1:ext cx="6776085" cy="3411855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255" y="81280"/>
            <ns1:ext cx="6390005" cy="457835"/>
          </ns1:xfrm>
          <ns1:prstGeom prst="rect">
            <ns1:avLst/>
          </ns1:prstGeom>
          <ns1:noFill/>
        </ns0:spPr>
        <ns0:txBody>
          <ns1:bodyPr wrap="square" rtlCol="0">
            <ns1:no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3.7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日志查询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与记录核对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47" name="文本框 46"/>
          <ns0:cNvSpPr txBox="1"/>
          <ns0:nvPr/>
        </ns0:nvSpPr>
        <ns0:spPr>
          <ns1:xfrm>
            <ns1:off x="685800" y="690245"/>
            <ns1:ext cx="7843520" cy="583565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p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停止采集后</ns1:t>
            </ns1:r>
            <ns1:r>
              <ns1:rPr lang="en-US" alt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可在日志中心按时间或会话查询记录，重点核对文本内容、主说话人、状态、转发结果和录音文件名。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/>
            </ns1:r>
            <ns1:endParaRPr lang="zh-CN" altLang="en-US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pic>
        <ns0:nvPicPr>
          <ns0:cNvPr id="863399623" name="图片 1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1026795" y="1273810"/>
            <ns1:ext cx="6800215" cy="3423920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255" y="81280"/>
            <ns1:ext cx="6390005" cy="457835"/>
          </ns1:xfrm>
          <ns1:prstGeom prst="rect">
            <ns1:avLst/>
          </ns1:prstGeom>
          <ns1:noFill/>
        </ns0:spPr>
        <ns0:txBody>
          <ns1:bodyPr wrap="square" rtlCol="0">
            <ns1:no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3.8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状态查看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与测试面板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47" name="文本框 46"/>
          <ns0:cNvSpPr txBox="1"/>
          <ns0:nvPr/>
        </ns0:nvSpPr>
        <ns0:spPr>
          <ns1:xfrm>
            <ns1:off x="685800" y="690245"/>
            <ns1:ext cx="7843520" cy="583565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p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主页可查看</ns1:t>
            </ns1:r>
            <ns1:r>
              <ns1:rPr lang="en-US" alt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转发目标在线状态与测试面板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；测试面板中的“样本不足”不是故障，只表示当前 RTT 统计样本还不够，需继续采集或等待更多样本。</ns1:t>
            </ns1:r>
            <ns1:endParaRPr lang="zh-CN" altLang="en-US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  <ns0:pic>
        <ns0:nvPicPr>
          <ns0:cNvPr id="863399623" name="图片 1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1026795" y="1273810"/>
            <ns1:ext cx="6800215" cy="3423920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17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3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4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标准操作流程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530225" y="800735"/>
            <ns1:ext cx="7455535" cy="829945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marL="0" indent="0" algn="just" defTabSz="266700">
              <ns1:spcBef>
                <ns1:spcPct val="0"/>
              </ns1:spcBef>
              <ns1:spcAft>
                <ns1:spcPct val="0"/>
              </ns1:spcAft>
            </ns1:pPr>
            <ns1:r>
              <ns1:rPr lang="en-US" altLang="zh-CN" sz="1600">
                <ns1:latin typeface="宋体" panose="02010600030101010101" pitchFamily="2" charset="-122"/>
                <ns1:ea typeface="宋体" panose="02010600030101010101" pitchFamily="2" charset="-122"/>
              </ns1:rPr>
              <ns1:t/>
            </ns1:r>
            <ns1:r>
              <ns1:rPr 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操作步骤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开机后先检查电源、麦克风、屏幕和网络，再进入系统主页。</ns1:t>
            </ns1:r>
            <ns1:r>
              <ns1:rPr lang="en-US" altLang="zh-CN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1</ns1:t>
            </ns1:r>
            <ns1:r>
              <ns1:rPr lang="zh-CN" altLang="en-US" sz="1600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进入主页，确认页面状态正常。</ns1:t>
            </ns1:r>
            <ns1:endParaRPr lang="zh-CN" altLang="en-US" sz="1600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6" name="文本框 5"/>
          <ns0:cNvSpPr txBox="1"/>
          <ns0:nvPr/>
        </ns0:nvSpPr>
        <ns0:spPr>
          <ns1:xfrm>
            <ns1:off x="4599940" y="3691255"/>
            <ns1:ext cx="4307205" cy="30670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zh-CN" altLang="en-US" sz="1400">
                <ns1:latin typeface="微软雅黑" panose="020B0503020204020204" pitchFamily="34" charset="-122"/>
                <ns1:ea typeface="微软雅黑" panose="020B0503020204020204" pitchFamily="34" charset="-122"/>
              </ns1:rPr>
              <ns1:t>2</ns1:t>
            </ns1:r>
            <ns1:endParaRPr lang="zh-CN" altLang="en-US" sz="140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7" name="文本框 6"/>
          <ns0:cNvSpPr txBox="1"/>
          <ns0:nvPr/>
        </ns0:nvSpPr>
        <ns0:spPr>
          <ns1:xfrm>
            <ns1:off x="565150" y="1876425"/>
            <ns1:ext cx="3856990" cy="2553335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r>
              <ns1:rPr lang="zh-CN" altLang="en-US" sz="1600" b="1"/>
              <ns1:t>点击“开始采集”：</ns1:t>
            </ns1:r>
            <ns1:r>
              <ns1:rPr lang="zh-CN" altLang="en-US" sz="1600"/>
              <ns1:t>观察按钮已切换为“停止采集”。</ns1:t>
            </ns1:r>
            <ns1:r>
              <ns1:rPr lang="zh-CN" altLang="en-US" sz="1600"/>
              <ns1:t>3</ns1:t>
            </ns1:r>
            <ns1:endParaRPr lang="zh-CN" altLang="en-US" sz="1600"/>
          </ns1:p>
          <ns1:p>
            <ns1:endParaRPr lang="zh-CN" altLang="en-US" sz="1600"/>
          </ns1:p>
          <ns1:p>
            <ns1:r>
              <ns1:rPr lang="zh-CN" altLang="en-US" sz="1600" b="1"/>
              <ns1:t>正常讲话：</ns1:t>
            </ns1:r>
            <ns1:r>
              <ns1:rPr lang="zh-CN" altLang="en-US" sz="1600"/>
              <ns1:t>观察实时转写、主说话人和指令结果。</ns1:t>
            </ns1:r>
            <ns1:endParaRPr lang="zh-CN" altLang="en-US" sz="1600"/>
          </ns1:p>
          <ns1:p>
            <ns1:endParaRPr lang="zh-CN" altLang="en-US" sz="1600"/>
          </ns1:p>
          <ns1:p>
            <ns1:r>
              <ns1:rPr lang="zh-CN" altLang="en-US" sz="1600" b="1"/>
              <ns1:t>4</ns1:t>
            </ns1:r>
            <ns1:r>
              <ns1:rPr lang="zh-CN" altLang="en-US" sz="1600"/>
              <ns1:t>结束后点击“停止采集”：</ns1:t>
            </ns1:r>
            <ns1:endParaRPr lang="zh-CN" altLang="en-US" sz="1600"/>
          </ns1:p>
          <ns1:p>
            <ns1:endParaRPr lang="zh-CN" altLang="en-US" sz="1600"/>
          </ns1:p>
          <ns1:p>
            <ns1:r>
              <ns1:rPr lang="zh-CN" altLang="en-US" sz="1600" b="1"/>
              <ns1:t>必要时到日志中心查询记录。</ns1:t>
            </ns1:r>
            <ns1:r>
              <ns1:rPr lang="zh-CN" altLang="en-US" sz="1600"/>
              <ns1:t>重点：采集中不要切换增强模式或保存录音开关。</ns1:t>
            </ns1:r>
            <ns1:endParaRPr lang="zh-CN" altLang="en-US" sz="1600"/>
          </ns1:p>
        </ns0:txBody>
      </ns0:sp>
      <ns0:pic>
        <ns0:nvPicPr>
          <ns0:cNvPr id="2" name="图片 1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4572000" y="1758315"/>
            <ns1:ext cx="4361180" cy="1896745"/>
          </ns1:xfrm>
          <ns1:prstGeom prst="rect">
            <ns1:avLst/>
          </ns1:prstGeom>
        </ns0:spPr>
      </ns0:pic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openxmlformats.org/markup-compatibility/2006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 bwMode="auto">
          <ns1:xfrm>
            <ns1:off x="2" y="0"/>
            <ns1:ext cx="4419601" cy="5143500"/>
          </ns1:xfrm>
          <ns1:prstGeom prst="rect">
            <ns1:avLst/>
          </ns1:prstGeom>
          <ns1:solidFill>
            <ns1:schemeClr val="accent1">
              <ns1:alpha val="8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" name="矩形 3"/>
          <ns0:cNvSpPr/>
          <ns0:nvPr/>
        </ns0:nvSpPr>
        <ns0:spPr bwMode="auto">
          <ns1:xfrm rot="5400000" flipV="1">
            <ns1:off x="1402556" y="-1402554"/>
            <ns1:ext cx="928688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12" name="矩形 11"/>
          <ns0:cNvSpPr/>
          <ns0:nvPr/>
        </ns0:nvSpPr>
        <ns0:spPr bwMode="auto">
          <ns1:xfrm rot="5400000">
            <ns1:off x="1409697" y="2819402"/>
            <ns1:ext cx="914401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grpSp>
        <ns0:nvGrpSpPr>
          <ns0:cNvPr id="15" name="组合 14"/>
          <ns0:cNvGrpSpPr/>
          <ns0:nvPr/>
        </ns0:nvGrpSpPr>
        <ns0:grpSpPr>
          <ns1:xfrm>
            <ns1:off x="1143000" y="802670"/>
            <ns1:ext cx="2065538" cy="3485243"/>
            <ns1:chOff x="0" y="1111187"/>
            <ns1:chExt cx="2754050" cy="4646991"/>
          </ns1:xfrm>
        </ns0:grpSpPr>
        <ns0:sp>
          <ns0:nvSpPr>
            <ns0:cNvPr id="16" name="椭圆 15"/>
            <ns0:cNvSpPr/>
            <ns0:nvPr/>
          </ns0:nvSpPr>
          <ns0:spPr>
            <ns1:xfrm>
              <ns1:off x="2450246" y="4863799"/>
              <ns1:ext cx="200570" cy="200570"/>
            </ns1:xfrm>
            <ns1:prstGeom prst="ellipse">
              <ns1:avLst/>
            </ns1:prstGeom>
            <ns1:solidFill>
              <ns1:schemeClr val="bg1">
                <ns1:alpha val="26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7" name="椭圆 16"/>
            <ns0:cNvSpPr/>
            <ns0:nvPr/>
          </ns0:nvSpPr>
          <ns0:spPr>
            <ns1:xfrm>
              <ns1:off x="0" y="1111187"/>
              <ns1:ext cx="312134" cy="312134"/>
            </ns1:xfrm>
            <ns1:prstGeom prst="ellipse">
              <ns1:avLst/>
            </ns1:prstGeom>
            <ns1:solidFill>
              <ns1:schemeClr val="bg1">
                <ns1:alpha val="13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8" name="椭圆 17"/>
            <ns0:cNvSpPr/>
            <ns0:nvPr/>
          </ns0:nvSpPr>
          <ns0:spPr>
            <ns1:xfrm>
              <ns1:off x="1114320" y="1611397"/>
              <ns1:ext cx="904679" cy="904679"/>
            </ns1:xfrm>
            <ns1:prstGeom prst="ellipse">
              <ns1:avLst/>
            </ns1:prstGeom>
            <ns1:solidFill>
              <ns1:schemeClr val="bg1">
                <ns1:alpha val="7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9" name="椭圆 18"/>
            <ns0:cNvSpPr/>
            <ns0:nvPr/>
          </ns0:nvSpPr>
          <ns0:spPr>
            <ns1:xfrm>
              <ns1:off x="854236" y="5460064"/>
              <ns1:ext cx="298114" cy="298114"/>
            </ns1:xfrm>
            <ns1:prstGeom prst="ellipse">
              <ns1:avLst/>
            </ns1:prstGeom>
            <ns1:solidFill>
              <ns1:schemeClr val="bg1">
                <ns1:alpha val="24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20" name="椭圆 19"/>
            <ns0:cNvSpPr/>
            <ns0:nvPr/>
          </ns0:nvSpPr>
          <ns0:spPr>
            <ns1:xfrm>
              <ns1:off x="2313236" y="1194804"/>
              <ns1:ext cx="440814" cy="440814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21" name="图片 20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962"/>
            <ns1:ext cx="3984172" cy="2929037"/>
          </ns1:xfrm>
          <ns1:prstGeom prst="rect">
            <ns1:avLst/>
          </ns1:prstGeom>
        </ns0:spPr>
      </ns0:pic>
      <ns0:pic>
        <ns0:nvPicPr>
          <ns0:cNvPr id="22" name="图片 21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014"/>
            <ns1:ext cx="4986338" cy="2929473"/>
          </ns1:xfrm>
          <ns1:prstGeom prst="rect">
            <ns1:avLst/>
          </ns1:prstGeom>
        </ns0:spPr>
      </ns0:pic>
      <ns0:sp>
        <ns0:nvSpPr>
          <ns0:cNvPr id="25" name="任意多边形 24"/>
          <ns0:cNvSpPr/>
          <ns0:nvPr/>
        </ns0:nvSpPr>
        <ns0:spPr>
          <ns1:xfrm rot="16200000">
            <ns1:off x="1222480" y="1102829"/>
            <ns1:ext cx="5143502" cy="2937840"/>
          </ns1:xfrm>
          <ns1:custGeom>
            <ns1:avLst/>
            <ns1:gdLst>
              <ns1:gd name="connsiteX0" fmla="*/ 9143999 w 9143999"/>
              <ns1:gd name="connsiteY0" fmla="*/ 0 h 2051818"/>
              <ns1:gd name="connsiteX1" fmla="*/ 9143999 w 9143999"/>
              <ns1:gd name="connsiteY1" fmla="*/ 2051818 h 2051818"/>
              <ns1:gd name="connsiteX2" fmla="*/ 0 w 9143999"/>
              <ns1:gd name="connsiteY2" fmla="*/ 2051818 h 2051818"/>
              <ns1:gd name="connsiteX3" fmla="*/ 0 w 9143999"/>
              <ns1:gd name="connsiteY3" fmla="*/ 1204077 h 2051818"/>
              <ns1:gd name="connsiteX4" fmla="*/ 6027 w 9143999"/>
              <ns1:gd name="connsiteY4" fmla="*/ 1207403 h 2051818"/>
              <ns1:gd name="connsiteX5" fmla="*/ 7674511 w 9143999"/>
              <ns1:gd name="connsiteY5" fmla="*/ 718908 h 2051818"/>
              <ns1:gd name="connsiteX6" fmla="*/ 9044856 w 9143999"/>
              <ns1:gd name="connsiteY6" fmla="*/ 57555 h 2051818"/>
              <ns1:gd name="connsiteX7" fmla="*/ 9143999 w 9143999"/>
              <ns1:gd name="connsiteY7" fmla="*/ 0 h 2051818"/>
              <ns1:gd name="connsiteX0-1" fmla="*/ 9143999 w 9143999"/>
              <ns1:gd name="connsiteY0-2" fmla="*/ 0 h 2051818"/>
              <ns1:gd name="connsiteX1-3" fmla="*/ 9143999 w 9143999"/>
              <ns1:gd name="connsiteY1-4" fmla="*/ 2051818 h 2051818"/>
              <ns1:gd name="connsiteX2-5" fmla="*/ 0 w 9143999"/>
              <ns1:gd name="connsiteY2-6" fmla="*/ 2051818 h 2051818"/>
              <ns1:gd name="connsiteX3-7" fmla="*/ 0 w 9143999"/>
              <ns1:gd name="connsiteY3-8" fmla="*/ 1204077 h 2051818"/>
              <ns1:gd name="connsiteX4-9" fmla="*/ 6027 w 9143999"/>
              <ns1:gd name="connsiteY4-10" fmla="*/ 1207403 h 2051818"/>
              <ns1:gd name="connsiteX5-11" fmla="*/ 9044856 w 9143999"/>
              <ns1:gd name="connsiteY5-12" fmla="*/ 57555 h 2051818"/>
              <ns1:gd name="connsiteX6-13" fmla="*/ 9143999 w 9143999"/>
              <ns1:gd name="connsiteY6-14" fmla="*/ 0 h 2051818"/>
              <ns1:gd name="connsiteX0-15" fmla="*/ 9143999 w 9143999"/>
              <ns1:gd name="connsiteY0-16" fmla="*/ 0 h 2051818"/>
              <ns1:gd name="connsiteX1-17" fmla="*/ 9143999 w 9143999"/>
              <ns1:gd name="connsiteY1-18" fmla="*/ 2051818 h 2051818"/>
              <ns1:gd name="connsiteX2-19" fmla="*/ 0 w 9143999"/>
              <ns1:gd name="connsiteY2-20" fmla="*/ 2051818 h 2051818"/>
              <ns1:gd name="connsiteX3-21" fmla="*/ 0 w 9143999"/>
              <ns1:gd name="connsiteY3-22" fmla="*/ 1204077 h 2051818"/>
              <ns1:gd name="connsiteX4-23" fmla="*/ 6027 w 9143999"/>
              <ns1:gd name="connsiteY4-24" fmla="*/ 1207403 h 2051818"/>
              <ns1:gd name="connsiteX5-25" fmla="*/ 9143999 w 9143999"/>
              <ns1:gd name="connsiteY5-26" fmla="*/ 0 h 2051818"/>
              <ns1:gd name="connsiteX0-27" fmla="*/ 9143999 w 9143999"/>
              <ns1:gd name="connsiteY0-28" fmla="*/ 0 h 2051818"/>
              <ns1:gd name="connsiteX1-29" fmla="*/ 9143999 w 9143999"/>
              <ns1:gd name="connsiteY1-30" fmla="*/ 2051818 h 2051818"/>
              <ns1:gd name="connsiteX2-31" fmla="*/ 0 w 9143999"/>
              <ns1:gd name="connsiteY2-32" fmla="*/ 2051818 h 2051818"/>
              <ns1:gd name="connsiteX3-33" fmla="*/ 0 w 9143999"/>
              <ns1:gd name="connsiteY3-34" fmla="*/ 1204077 h 2051818"/>
              <ns1:gd name="connsiteX4-35" fmla="*/ 6027 w 9143999"/>
              <ns1:gd name="connsiteY4-36" fmla="*/ 1207403 h 2051818"/>
              <ns1:gd name="connsiteX5-37" fmla="*/ 9143999 w 9143999"/>
              <ns1:gd name="connsiteY5-38" fmla="*/ 0 h 2051818"/>
              <ns1:gd name="connsiteX0-39" fmla="*/ 9143999 w 9143999"/>
              <ns1:gd name="connsiteY0-40" fmla="*/ 0 h 2051818"/>
              <ns1:gd name="connsiteX1-41" fmla="*/ 9143999 w 9143999"/>
              <ns1:gd name="connsiteY1-42" fmla="*/ 2051818 h 2051818"/>
              <ns1:gd name="connsiteX2-43" fmla="*/ 0 w 9143999"/>
              <ns1:gd name="connsiteY2-44" fmla="*/ 2051818 h 2051818"/>
              <ns1:gd name="connsiteX3-45" fmla="*/ 0 w 9143999"/>
              <ns1:gd name="connsiteY3-46" fmla="*/ 1204077 h 2051818"/>
              <ns1:gd name="connsiteX4-47" fmla="*/ 6027 w 9143999"/>
              <ns1:gd name="connsiteY4-48" fmla="*/ 1207403 h 2051818"/>
              <ns1:gd name="connsiteX5-49" fmla="*/ 9143999 w 9143999"/>
              <ns1:gd name="connsiteY5-50" fmla="*/ 0 h 2051818"/>
              <ns1:gd name="connsiteX0-51" fmla="*/ 9143999 w 9143999"/>
              <ns1:gd name="connsiteY0-52" fmla="*/ 0 h 2051818"/>
              <ns1:gd name="connsiteX1-53" fmla="*/ 9143999 w 9143999"/>
              <ns1:gd name="connsiteY1-54" fmla="*/ 2051818 h 2051818"/>
              <ns1:gd name="connsiteX2-55" fmla="*/ 0 w 9143999"/>
              <ns1:gd name="connsiteY2-56" fmla="*/ 2051818 h 2051818"/>
              <ns1:gd name="connsiteX3-57" fmla="*/ 0 w 9143999"/>
              <ns1:gd name="connsiteY3-58" fmla="*/ 1204077 h 2051818"/>
              <ns1:gd name="connsiteX4-59" fmla="*/ 6027 w 9143999"/>
              <ns1:gd name="connsiteY4-60" fmla="*/ 1207403 h 2051818"/>
              <ns1:gd name="connsiteX5-61" fmla="*/ 9143999 w 9143999"/>
              <ns1:gd name="connsiteY5-62" fmla="*/ 0 h 2051818"/>
              <ns1:gd name="connsiteX0-63" fmla="*/ 9143999 w 9143999"/>
              <ns1:gd name="connsiteY0-64" fmla="*/ 130228 h 2182046"/>
              <ns1:gd name="connsiteX1-65" fmla="*/ 9143999 w 9143999"/>
              <ns1:gd name="connsiteY1-66" fmla="*/ 2182046 h 2182046"/>
              <ns1:gd name="connsiteX2-67" fmla="*/ 0 w 9143999"/>
              <ns1:gd name="connsiteY2-68" fmla="*/ 2182046 h 2182046"/>
              <ns1:gd name="connsiteX3-69" fmla="*/ 0 w 9143999"/>
              <ns1:gd name="connsiteY3-70" fmla="*/ 1334305 h 2182046"/>
              <ns1:gd name="connsiteX4-71" fmla="*/ 6027 w 9143999"/>
              <ns1:gd name="connsiteY4-72" fmla="*/ 0 h 2182046"/>
              <ns1:gd name="connsiteX5-73" fmla="*/ 9143999 w 9143999"/>
              <ns1:gd name="connsiteY5-74" fmla="*/ 130228 h 2182046"/>
              <ns1:gd name="connsiteX0-75" fmla="*/ 9143999 w 9143999"/>
              <ns1:gd name="connsiteY0-76" fmla="*/ 0 h 2051818"/>
              <ns1:gd name="connsiteX1-77" fmla="*/ 9143999 w 9143999"/>
              <ns1:gd name="connsiteY1-78" fmla="*/ 2051818 h 2051818"/>
              <ns1:gd name="connsiteX2-79" fmla="*/ 0 w 9143999"/>
              <ns1:gd name="connsiteY2-80" fmla="*/ 2051818 h 2051818"/>
              <ns1:gd name="connsiteX3-81" fmla="*/ 0 w 9143999"/>
              <ns1:gd name="connsiteY3-82" fmla="*/ 1204077 h 2051818"/>
              <ns1:gd name="connsiteX4-83" fmla="*/ 25380 w 9143999"/>
              <ns1:gd name="connsiteY4-84" fmla="*/ 54648 h 2051818"/>
              <ns1:gd name="connsiteX5-85" fmla="*/ 9143999 w 9143999"/>
              <ns1:gd name="connsiteY5-86" fmla="*/ 0 h 2051818"/>
              <ns1:gd name="connsiteX0-87" fmla="*/ 9143999 w 9143999"/>
              <ns1:gd name="connsiteY0-88" fmla="*/ 0 h 2051818"/>
              <ns1:gd name="connsiteX1-89" fmla="*/ 9143999 w 9143999"/>
              <ns1:gd name="connsiteY1-90" fmla="*/ 2051818 h 2051818"/>
              <ns1:gd name="connsiteX2-91" fmla="*/ 0 w 9143999"/>
              <ns1:gd name="connsiteY2-92" fmla="*/ 2051818 h 2051818"/>
              <ns1:gd name="connsiteX3-93" fmla="*/ 0 w 9143999"/>
              <ns1:gd name="connsiteY3-94" fmla="*/ 1204077 h 2051818"/>
              <ns1:gd name="connsiteX4-95" fmla="*/ 25380 w 9143999"/>
              <ns1:gd name="connsiteY4-96" fmla="*/ 54648 h 2051818"/>
              <ns1:gd name="connsiteX5-97" fmla="*/ 9143999 w 9143999"/>
              <ns1:gd name="connsiteY5-98" fmla="*/ 0 h 2051818"/>
              <ns1:gd name="connsiteX0-99" fmla="*/ 9143999 w 9143999"/>
              <ns1:gd name="connsiteY0-100" fmla="*/ 0 h 2051818"/>
              <ns1:gd name="connsiteX1-101" fmla="*/ 9143999 w 9143999"/>
              <ns1:gd name="connsiteY1-102" fmla="*/ 2051818 h 2051818"/>
              <ns1:gd name="connsiteX2-103" fmla="*/ 0 w 9143999"/>
              <ns1:gd name="connsiteY2-104" fmla="*/ 2051818 h 2051818"/>
              <ns1:gd name="connsiteX3-105" fmla="*/ 0 w 9143999"/>
              <ns1:gd name="connsiteY3-106" fmla="*/ 1204077 h 2051818"/>
              <ns1:gd name="connsiteX4-107" fmla="*/ 25380 w 9143999"/>
              <ns1:gd name="connsiteY4-108" fmla="*/ 54648 h 2051818"/>
              <ns1:gd name="connsiteX5-109" fmla="*/ 9143999 w 9143999"/>
              <ns1:gd name="connsiteY5-110" fmla="*/ 0 h 2051818"/>
              <ns1:gd name="connsiteX0-111" fmla="*/ 9143999 w 9143999"/>
              <ns1:gd name="connsiteY0-112" fmla="*/ 0 h 2051818"/>
              <ns1:gd name="connsiteX1-113" fmla="*/ 9143999 w 9143999"/>
              <ns1:gd name="connsiteY1-114" fmla="*/ 2051818 h 2051818"/>
              <ns1:gd name="connsiteX2-115" fmla="*/ 0 w 9143999"/>
              <ns1:gd name="connsiteY2-116" fmla="*/ 2051818 h 2051818"/>
              <ns1:gd name="connsiteX3-117" fmla="*/ 0 w 9143999"/>
              <ns1:gd name="connsiteY3-118" fmla="*/ 1204077 h 2051818"/>
              <ns1:gd name="connsiteX4-119" fmla="*/ 25380 w 9143999"/>
              <ns1:gd name="connsiteY4-120" fmla="*/ 54648 h 2051818"/>
              <ns1:gd name="connsiteX5-121" fmla="*/ 9143999 w 9143999"/>
              <ns1:gd name="connsiteY5-122" fmla="*/ 0 h 2051818"/>
              <ns1:gd name="connsiteX0-123" fmla="*/ 9124647 w 9143999"/>
              <ns1:gd name="connsiteY0-124" fmla="*/ 0 h 2127943"/>
              <ns1:gd name="connsiteX1-125" fmla="*/ 9143999 w 9143999"/>
              <ns1:gd name="connsiteY1-126" fmla="*/ 2127943 h 2127943"/>
              <ns1:gd name="connsiteX2-127" fmla="*/ 0 w 9143999"/>
              <ns1:gd name="connsiteY2-128" fmla="*/ 2127943 h 2127943"/>
              <ns1:gd name="connsiteX3-129" fmla="*/ 0 w 9143999"/>
              <ns1:gd name="connsiteY3-130" fmla="*/ 1280202 h 2127943"/>
              <ns1:gd name="connsiteX4-131" fmla="*/ 25380 w 9143999"/>
              <ns1:gd name="connsiteY4-132" fmla="*/ 130773 h 2127943"/>
              <ns1:gd name="connsiteX5-133" fmla="*/ 9124647 w 9143999"/>
              <ns1:gd name="connsiteY5-134" fmla="*/ 0 h 2127943"/>
              <ns1:gd name="connsiteX0-135" fmla="*/ 9124647 w 9143999"/>
              <ns1:gd name="connsiteY0-136" fmla="*/ 0 h 2127943"/>
              <ns1:gd name="connsiteX1-137" fmla="*/ 9143999 w 9143999"/>
              <ns1:gd name="connsiteY1-138" fmla="*/ 2127943 h 2127943"/>
              <ns1:gd name="connsiteX2-139" fmla="*/ 0 w 9143999"/>
              <ns1:gd name="connsiteY2-140" fmla="*/ 2127943 h 2127943"/>
              <ns1:gd name="connsiteX3-141" fmla="*/ 0 w 9143999"/>
              <ns1:gd name="connsiteY3-142" fmla="*/ 1280202 h 2127943"/>
              <ns1:gd name="connsiteX4-143" fmla="*/ 25380 w 9143999"/>
              <ns1:gd name="connsiteY4-144" fmla="*/ 130773 h 2127943"/>
              <ns1:gd name="connsiteX5-145" fmla="*/ 9124647 w 9143999"/>
              <ns1:gd name="connsiteY5-146" fmla="*/ 0 h 2127943"/>
              <ns1:gd name="connsiteX0-147" fmla="*/ 9124647 w 9143999"/>
              <ns1:gd name="connsiteY0-148" fmla="*/ 0 h 2127943"/>
              <ns1:gd name="connsiteX1-149" fmla="*/ 9143999 w 9143999"/>
              <ns1:gd name="connsiteY1-150" fmla="*/ 2127943 h 2127943"/>
              <ns1:gd name="connsiteX2-151" fmla="*/ 0 w 9143999"/>
              <ns1:gd name="connsiteY2-152" fmla="*/ 2127943 h 2127943"/>
              <ns1:gd name="connsiteX3-153" fmla="*/ 0 w 9143999"/>
              <ns1:gd name="connsiteY3-154" fmla="*/ 1280202 h 2127943"/>
              <ns1:gd name="connsiteX4-155" fmla="*/ 6028 w 9143999"/>
              <ns1:gd name="connsiteY4-156" fmla="*/ 11147 h 2127943"/>
              <ns1:gd name="connsiteX5-157" fmla="*/ 9124647 w 9143999"/>
              <ns1:gd name="connsiteY5-158" fmla="*/ 0 h 2127943"/>
              <ns1:gd name="connsiteX0-159" fmla="*/ 9138134 w 9157486"/>
              <ns1:gd name="connsiteY0-160" fmla="*/ 0 h 2127943"/>
              <ns1:gd name="connsiteX1-161" fmla="*/ 9157486 w 9157486"/>
              <ns1:gd name="connsiteY1-162" fmla="*/ 2127943 h 2127943"/>
              <ns1:gd name="connsiteX2-163" fmla="*/ 13487 w 9157486"/>
              <ns1:gd name="connsiteY2-164" fmla="*/ 2127943 h 2127943"/>
              <ns1:gd name="connsiteX3-165" fmla="*/ 13487 w 9157486"/>
              <ns1:gd name="connsiteY3-166" fmla="*/ 1280202 h 2127943"/>
              <ns1:gd name="connsiteX4-167" fmla="*/ 163 w 9157486"/>
              <ns1:gd name="connsiteY4-168" fmla="*/ 141648 h 2127943"/>
              <ns1:gd name="connsiteX5-169" fmla="*/ 9138134 w 9157486"/>
              <ns1:gd name="connsiteY5-170" fmla="*/ 0 h 2127943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  <ns1:cxn ang="0">
                <ns1:pos x="connsiteX5-11" y="connsiteY5-12"/>
              </ns1:cxn>
            </ns1:cxnLst>
            <ns1:rect l="l" t="t" r="r" b="b"/>
            <ns1:pathLst>
              <ns1:path w="9157486" h="2127943">
                <ns1:moveTo>
                  <ns1:pt x="9138134" y="0"/>
                </ns1:moveTo>
                <ns1:lnTo>
                  <ns1:pt x="9157486" y="2127943"/>
                </ns1:lnTo>
                <ns1:lnTo>
                  <ns1:pt x="13487" y="2127943"/>
                </ns1:lnTo>
                <ns1:lnTo>
                  <ns1:pt x="13487" y="1280202"/>
                </ns1:lnTo>
                <ns1:cubicBezTo>
                  <ns1:pt x="15496" y="857184"/>
                  <ns1:pt x="-1846" y="564666"/>
                  <ns1:pt x="163" y="141648"/>
                </ns1:cubicBezTo>
                <ns1:cubicBezTo>
                  <ns1:pt x="3568670" y="1577063"/>
                  <ns1:pt x="7137176" y="1131097"/>
                  <ns1:pt x="9138134" y="0"/>
                </ns1:cubicBezTo>
                <ns1:close/>
              </ns1:path>
            </ns1:pathLst>
          </ns1:custGeom>
          <ns1:solidFill>
            <ns1:schemeClr val="accent1">
              <ns1:alpha val="9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6" name="任意多边形 25"/>
          <ns0:cNvSpPr/>
          <ns0:nvPr/>
        </ns0:nvSpPr>
        <ns0:spPr>
          <ns1:xfrm rot="16200000">
            <ns1:off x="2845497" y="-12027"/>
            <ns1:ext cx="5151674" cy="5159381"/>
          </ns1:xfrm>
          <ns1:custGeom>
            <ns1:avLst/>
            <ns1:gdLst>
              <ns1:gd name="connsiteX0" fmla="*/ 6858000 w 6858000"/>
              <ns1:gd name="connsiteY0" fmla="*/ 0 h 6459417"/>
              <ns1:gd name="connsiteX1" fmla="*/ 6858000 w 6858000"/>
              <ns1:gd name="connsiteY1" fmla="*/ 1675279 h 6459417"/>
              <ns1:gd name="connsiteX2" fmla="*/ 6858000 w 6858000"/>
              <ns1:gd name="connsiteY2" fmla="*/ 1819701 h 6459417"/>
              <ns1:gd name="connsiteX3" fmla="*/ 6858000 w 6858000"/>
              <ns1:gd name="connsiteY3" fmla="*/ 2278767 h 6459417"/>
              <ns1:gd name="connsiteX4" fmla="*/ 6858000 w 6858000"/>
              <ns1:gd name="connsiteY4" fmla="*/ 3954046 h 6459417"/>
              <ns1:gd name="connsiteX5" fmla="*/ 6858000 w 6858000"/>
              <ns1:gd name="connsiteY5" fmla="*/ 4098468 h 6459417"/>
              <ns1:gd name="connsiteX6" fmla="*/ 6858000 w 6858000"/>
              <ns1:gd name="connsiteY6" fmla="*/ 4180650 h 6459417"/>
              <ns1:gd name="connsiteX7" fmla="*/ 6858000 w 6858000"/>
              <ns1:gd name="connsiteY7" fmla="*/ 6459417 h 6459417"/>
              <ns1:gd name="connsiteX8" fmla="*/ 0 w 6858000"/>
              <ns1:gd name="connsiteY8" fmla="*/ 6459417 h 6459417"/>
              <ns1:gd name="connsiteX9" fmla="*/ 0 w 6858000"/>
              <ns1:gd name="connsiteY9" fmla="*/ 4180650 h 6459417"/>
              <ns1:gd name="connsiteX10" fmla="*/ 0 w 6858000"/>
              <ns1:gd name="connsiteY10" fmla="*/ 4098468 h 6459417"/>
              <ns1:gd name="connsiteX11" fmla="*/ 0 w 6858000"/>
              <ns1:gd name="connsiteY11" fmla="*/ 3954046 h 6459417"/>
              <ns1:gd name="connsiteX12" fmla="*/ 0 w 6858000"/>
              <ns1:gd name="connsiteY12" fmla="*/ 3295924 h 6459417"/>
              <ns1:gd name="connsiteX13" fmla="*/ 0 w 6858000"/>
              <ns1:gd name="connsiteY13" fmla="*/ 1819701 h 6459417"/>
              <ns1:gd name="connsiteX14" fmla="*/ 0 w 6858000"/>
              <ns1:gd name="connsiteY14" fmla="*/ 1675279 h 6459417"/>
              <ns1:gd name="connsiteX15" fmla="*/ 0 w 6858000"/>
              <ns1:gd name="connsiteY15" fmla="*/ 1017157 h 6459417"/>
              <ns1:gd name="connsiteX16" fmla="*/ 227535 w 6858000"/>
              <ns1:gd name="connsiteY16" fmla="*/ 1166258 h 6459417"/>
              <ns1:gd name="connsiteX17" fmla="*/ 6270374 w 6858000"/>
              <ns1:gd name="connsiteY17" fmla="*/ 412001 h 6459417"/>
              <ns1:gd name="connsiteX18" fmla="*/ 6705779 w 6858000"/>
              <ns1:gd name="connsiteY18" fmla="*/ 117916 h 6459417"/>
              <ns1:gd name="connsiteX0-1" fmla="*/ 6858000 w 6941935"/>
              <ns1:gd name="connsiteY0-2" fmla="*/ 56823 h 6516240"/>
              <ns1:gd name="connsiteX1-3" fmla="*/ 6858000 w 6941935"/>
              <ns1:gd name="connsiteY1-4" fmla="*/ 1732102 h 6516240"/>
              <ns1:gd name="connsiteX2-5" fmla="*/ 6858000 w 6941935"/>
              <ns1:gd name="connsiteY2-6" fmla="*/ 1876524 h 6516240"/>
              <ns1:gd name="connsiteX3-7" fmla="*/ 6858000 w 6941935"/>
              <ns1:gd name="connsiteY3-8" fmla="*/ 2335590 h 6516240"/>
              <ns1:gd name="connsiteX4-9" fmla="*/ 6858000 w 6941935"/>
              <ns1:gd name="connsiteY4-10" fmla="*/ 4010869 h 6516240"/>
              <ns1:gd name="connsiteX5-11" fmla="*/ 6858000 w 6941935"/>
              <ns1:gd name="connsiteY5-12" fmla="*/ 4155291 h 6516240"/>
              <ns1:gd name="connsiteX6-13" fmla="*/ 6858000 w 6941935"/>
              <ns1:gd name="connsiteY6-14" fmla="*/ 4237473 h 6516240"/>
              <ns1:gd name="connsiteX7-15" fmla="*/ 6858000 w 6941935"/>
              <ns1:gd name="connsiteY7-16" fmla="*/ 6516240 h 6516240"/>
              <ns1:gd name="connsiteX8-17" fmla="*/ 0 w 6941935"/>
              <ns1:gd name="connsiteY8-18" fmla="*/ 6516240 h 6516240"/>
              <ns1:gd name="connsiteX9-19" fmla="*/ 0 w 6941935"/>
              <ns1:gd name="connsiteY9-20" fmla="*/ 4237473 h 6516240"/>
              <ns1:gd name="connsiteX10-21" fmla="*/ 0 w 6941935"/>
              <ns1:gd name="connsiteY10-22" fmla="*/ 4155291 h 6516240"/>
              <ns1:gd name="connsiteX11-23" fmla="*/ 0 w 6941935"/>
              <ns1:gd name="connsiteY11-24" fmla="*/ 4010869 h 6516240"/>
              <ns1:gd name="connsiteX12-25" fmla="*/ 0 w 6941935"/>
              <ns1:gd name="connsiteY12-26" fmla="*/ 3352747 h 6516240"/>
              <ns1:gd name="connsiteX13-27" fmla="*/ 0 w 6941935"/>
              <ns1:gd name="connsiteY13-28" fmla="*/ 1876524 h 6516240"/>
              <ns1:gd name="connsiteX14-29" fmla="*/ 0 w 6941935"/>
              <ns1:gd name="connsiteY14-30" fmla="*/ 1732102 h 6516240"/>
              <ns1:gd name="connsiteX15-31" fmla="*/ 0 w 6941935"/>
              <ns1:gd name="connsiteY15-32" fmla="*/ 1073980 h 6516240"/>
              <ns1:gd name="connsiteX16-33" fmla="*/ 227535 w 6941935"/>
              <ns1:gd name="connsiteY16-34" fmla="*/ 1223081 h 6516240"/>
              <ns1:gd name="connsiteX17-35" fmla="*/ 6270374 w 6941935"/>
              <ns1:gd name="connsiteY17-36" fmla="*/ 468824 h 6516240"/>
              <ns1:gd name="connsiteX18-37" fmla="*/ 6858000 w 6941935"/>
              <ns1:gd name="connsiteY18-38" fmla="*/ 56823 h 6516240"/>
              <ns1:gd name="connsiteX0-39" fmla="*/ 6858000 w 6858000"/>
              <ns1:gd name="connsiteY0-40" fmla="*/ 4734 h 6464151"/>
              <ns1:gd name="connsiteX1-41" fmla="*/ 6858000 w 6858000"/>
              <ns1:gd name="connsiteY1-42" fmla="*/ 1680013 h 6464151"/>
              <ns1:gd name="connsiteX2-43" fmla="*/ 6858000 w 6858000"/>
              <ns1:gd name="connsiteY2-44" fmla="*/ 1824435 h 6464151"/>
              <ns1:gd name="connsiteX3-45" fmla="*/ 6858000 w 6858000"/>
              <ns1:gd name="connsiteY3-46" fmla="*/ 2283501 h 6464151"/>
              <ns1:gd name="connsiteX4-47" fmla="*/ 6858000 w 6858000"/>
              <ns1:gd name="connsiteY4-48" fmla="*/ 3958780 h 6464151"/>
              <ns1:gd name="connsiteX5-49" fmla="*/ 6858000 w 6858000"/>
              <ns1:gd name="connsiteY5-50" fmla="*/ 4103202 h 6464151"/>
              <ns1:gd name="connsiteX6-51" fmla="*/ 6858000 w 6858000"/>
              <ns1:gd name="connsiteY6-52" fmla="*/ 4185384 h 6464151"/>
              <ns1:gd name="connsiteX7-53" fmla="*/ 6858000 w 6858000"/>
              <ns1:gd name="connsiteY7-54" fmla="*/ 6464151 h 6464151"/>
              <ns1:gd name="connsiteX8-55" fmla="*/ 0 w 6858000"/>
              <ns1:gd name="connsiteY8-56" fmla="*/ 6464151 h 6464151"/>
              <ns1:gd name="connsiteX9-57" fmla="*/ 0 w 6858000"/>
              <ns1:gd name="connsiteY9-58" fmla="*/ 4185384 h 6464151"/>
              <ns1:gd name="connsiteX10-59" fmla="*/ 0 w 6858000"/>
              <ns1:gd name="connsiteY10-60" fmla="*/ 4103202 h 6464151"/>
              <ns1:gd name="connsiteX11-61" fmla="*/ 0 w 6858000"/>
              <ns1:gd name="connsiteY11-62" fmla="*/ 3958780 h 6464151"/>
              <ns1:gd name="connsiteX12-63" fmla="*/ 0 w 6858000"/>
              <ns1:gd name="connsiteY12-64" fmla="*/ 3300658 h 6464151"/>
              <ns1:gd name="connsiteX13-65" fmla="*/ 0 w 6858000"/>
              <ns1:gd name="connsiteY13-66" fmla="*/ 1824435 h 6464151"/>
              <ns1:gd name="connsiteX14-67" fmla="*/ 0 w 6858000"/>
              <ns1:gd name="connsiteY14-68" fmla="*/ 1680013 h 6464151"/>
              <ns1:gd name="connsiteX15-69" fmla="*/ 0 w 6858000"/>
              <ns1:gd name="connsiteY15-70" fmla="*/ 1021891 h 6464151"/>
              <ns1:gd name="connsiteX16-71" fmla="*/ 227535 w 6858000"/>
              <ns1:gd name="connsiteY16-72" fmla="*/ 1170992 h 6464151"/>
              <ns1:gd name="connsiteX17-73" fmla="*/ 6858000 w 6858000"/>
              <ns1:gd name="connsiteY17-74" fmla="*/ 4734 h 6464151"/>
              <ns1:gd name="connsiteX0-75" fmla="*/ 6858000 w 6858000"/>
              <ns1:gd name="connsiteY0-76" fmla="*/ 0 h 6459417"/>
              <ns1:gd name="connsiteX1-77" fmla="*/ 6858000 w 6858000"/>
              <ns1:gd name="connsiteY1-78" fmla="*/ 1675279 h 6459417"/>
              <ns1:gd name="connsiteX2-79" fmla="*/ 6858000 w 6858000"/>
              <ns1:gd name="connsiteY2-80" fmla="*/ 1819701 h 6459417"/>
              <ns1:gd name="connsiteX3-81" fmla="*/ 6858000 w 6858000"/>
              <ns1:gd name="connsiteY3-82" fmla="*/ 2278767 h 6459417"/>
              <ns1:gd name="connsiteX4-83" fmla="*/ 6858000 w 6858000"/>
              <ns1:gd name="connsiteY4-84" fmla="*/ 3954046 h 6459417"/>
              <ns1:gd name="connsiteX5-85" fmla="*/ 6858000 w 6858000"/>
              <ns1:gd name="connsiteY5-86" fmla="*/ 4098468 h 6459417"/>
              <ns1:gd name="connsiteX6-87" fmla="*/ 6858000 w 6858000"/>
              <ns1:gd name="connsiteY6-88" fmla="*/ 4180650 h 6459417"/>
              <ns1:gd name="connsiteX7-89" fmla="*/ 6858000 w 6858000"/>
              <ns1:gd name="connsiteY7-90" fmla="*/ 6459417 h 6459417"/>
              <ns1:gd name="connsiteX8-91" fmla="*/ 0 w 6858000"/>
              <ns1:gd name="connsiteY8-92" fmla="*/ 6459417 h 6459417"/>
              <ns1:gd name="connsiteX9-93" fmla="*/ 0 w 6858000"/>
              <ns1:gd name="connsiteY9-94" fmla="*/ 4180650 h 6459417"/>
              <ns1:gd name="connsiteX10-95" fmla="*/ 0 w 6858000"/>
              <ns1:gd name="connsiteY10-96" fmla="*/ 4098468 h 6459417"/>
              <ns1:gd name="connsiteX11-97" fmla="*/ 0 w 6858000"/>
              <ns1:gd name="connsiteY11-98" fmla="*/ 3954046 h 6459417"/>
              <ns1:gd name="connsiteX12-99" fmla="*/ 0 w 6858000"/>
              <ns1:gd name="connsiteY12-100" fmla="*/ 3295924 h 6459417"/>
              <ns1:gd name="connsiteX13-101" fmla="*/ 0 w 6858000"/>
              <ns1:gd name="connsiteY13-102" fmla="*/ 1819701 h 6459417"/>
              <ns1:gd name="connsiteX14-103" fmla="*/ 0 w 6858000"/>
              <ns1:gd name="connsiteY14-104" fmla="*/ 1675279 h 6459417"/>
              <ns1:gd name="connsiteX15-105" fmla="*/ 0 w 6858000"/>
              <ns1:gd name="connsiteY15-106" fmla="*/ 1017157 h 6459417"/>
              <ns1:gd name="connsiteX16-107" fmla="*/ 227535 w 6858000"/>
              <ns1:gd name="connsiteY16-108" fmla="*/ 1166258 h 6459417"/>
              <ns1:gd name="connsiteX17-109" fmla="*/ 6858000 w 6858000"/>
              <ns1:gd name="connsiteY17-110" fmla="*/ 0 h 6459417"/>
              <ns1:gd name="connsiteX0-111" fmla="*/ 6858000 w 6858000"/>
              <ns1:gd name="connsiteY0-112" fmla="*/ 0 h 6459417"/>
              <ns1:gd name="connsiteX1-113" fmla="*/ 6858000 w 6858000"/>
              <ns1:gd name="connsiteY1-114" fmla="*/ 1675279 h 6459417"/>
              <ns1:gd name="connsiteX2-115" fmla="*/ 6858000 w 6858000"/>
              <ns1:gd name="connsiteY2-116" fmla="*/ 1819701 h 6459417"/>
              <ns1:gd name="connsiteX3-117" fmla="*/ 6858000 w 6858000"/>
              <ns1:gd name="connsiteY3-118" fmla="*/ 2278767 h 6459417"/>
              <ns1:gd name="connsiteX4-119" fmla="*/ 6858000 w 6858000"/>
              <ns1:gd name="connsiteY4-120" fmla="*/ 3954046 h 6459417"/>
              <ns1:gd name="connsiteX5-121" fmla="*/ 6858000 w 6858000"/>
              <ns1:gd name="connsiteY5-122" fmla="*/ 4098468 h 6459417"/>
              <ns1:gd name="connsiteX6-123" fmla="*/ 6858000 w 6858000"/>
              <ns1:gd name="connsiteY6-124" fmla="*/ 4180650 h 6459417"/>
              <ns1:gd name="connsiteX7-125" fmla="*/ 6858000 w 6858000"/>
              <ns1:gd name="connsiteY7-126" fmla="*/ 6459417 h 6459417"/>
              <ns1:gd name="connsiteX8-127" fmla="*/ 0 w 6858000"/>
              <ns1:gd name="connsiteY8-128" fmla="*/ 6459417 h 6459417"/>
              <ns1:gd name="connsiteX9-129" fmla="*/ 0 w 6858000"/>
              <ns1:gd name="connsiteY9-130" fmla="*/ 4180650 h 6459417"/>
              <ns1:gd name="connsiteX10-131" fmla="*/ 0 w 6858000"/>
              <ns1:gd name="connsiteY10-132" fmla="*/ 4098468 h 6459417"/>
              <ns1:gd name="connsiteX11-133" fmla="*/ 0 w 6858000"/>
              <ns1:gd name="connsiteY11-134" fmla="*/ 3954046 h 6459417"/>
              <ns1:gd name="connsiteX12-135" fmla="*/ 0 w 6858000"/>
              <ns1:gd name="connsiteY12-136" fmla="*/ 3295924 h 6459417"/>
              <ns1:gd name="connsiteX13-137" fmla="*/ 0 w 6858000"/>
              <ns1:gd name="connsiteY13-138" fmla="*/ 1819701 h 6459417"/>
              <ns1:gd name="connsiteX14-139" fmla="*/ 0 w 6858000"/>
              <ns1:gd name="connsiteY14-140" fmla="*/ 1675279 h 6459417"/>
              <ns1:gd name="connsiteX15-141" fmla="*/ 0 w 6858000"/>
              <ns1:gd name="connsiteY15-142" fmla="*/ 1017157 h 6459417"/>
              <ns1:gd name="connsiteX16-143" fmla="*/ 6858000 w 6858000"/>
              <ns1:gd name="connsiteY16-144" fmla="*/ 0 h 6459417"/>
              <ns1:gd name="connsiteX0-145" fmla="*/ 6858000 w 6858000"/>
              <ns1:gd name="connsiteY0-146" fmla="*/ 0 h 6459417"/>
              <ns1:gd name="connsiteX1-147" fmla="*/ 6858000 w 6858000"/>
              <ns1:gd name="connsiteY1-148" fmla="*/ 1675279 h 6459417"/>
              <ns1:gd name="connsiteX2-149" fmla="*/ 6858000 w 6858000"/>
              <ns1:gd name="connsiteY2-150" fmla="*/ 1819701 h 6459417"/>
              <ns1:gd name="connsiteX3-151" fmla="*/ 6858000 w 6858000"/>
              <ns1:gd name="connsiteY3-152" fmla="*/ 2278767 h 6459417"/>
              <ns1:gd name="connsiteX4-153" fmla="*/ 6858000 w 6858000"/>
              <ns1:gd name="connsiteY4-154" fmla="*/ 3954046 h 6459417"/>
              <ns1:gd name="connsiteX5-155" fmla="*/ 6858000 w 6858000"/>
              <ns1:gd name="connsiteY5-156" fmla="*/ 4098468 h 6459417"/>
              <ns1:gd name="connsiteX6-157" fmla="*/ 6858000 w 6858000"/>
              <ns1:gd name="connsiteY6-158" fmla="*/ 4180650 h 6459417"/>
              <ns1:gd name="connsiteX7-159" fmla="*/ 6858000 w 6858000"/>
              <ns1:gd name="connsiteY7-160" fmla="*/ 6459417 h 6459417"/>
              <ns1:gd name="connsiteX8-161" fmla="*/ 0 w 6858000"/>
              <ns1:gd name="connsiteY8-162" fmla="*/ 6459417 h 6459417"/>
              <ns1:gd name="connsiteX9-163" fmla="*/ 0 w 6858000"/>
              <ns1:gd name="connsiteY9-164" fmla="*/ 4180650 h 6459417"/>
              <ns1:gd name="connsiteX10-165" fmla="*/ 0 w 6858000"/>
              <ns1:gd name="connsiteY10-166" fmla="*/ 4098468 h 6459417"/>
              <ns1:gd name="connsiteX11-167" fmla="*/ 0 w 6858000"/>
              <ns1:gd name="connsiteY11-168" fmla="*/ 3954046 h 6459417"/>
              <ns1:gd name="connsiteX12-169" fmla="*/ 0 w 6858000"/>
              <ns1:gd name="connsiteY12-170" fmla="*/ 3295924 h 6459417"/>
              <ns1:gd name="connsiteX13-171" fmla="*/ 0 w 6858000"/>
              <ns1:gd name="connsiteY13-172" fmla="*/ 1819701 h 6459417"/>
              <ns1:gd name="connsiteX14-173" fmla="*/ 0 w 6858000"/>
              <ns1:gd name="connsiteY14-174" fmla="*/ 1675279 h 6459417"/>
              <ns1:gd name="connsiteX15-175" fmla="*/ 0 w 6858000"/>
              <ns1:gd name="connsiteY15-176" fmla="*/ 1017157 h 6459417"/>
              <ns1:gd name="connsiteX16-177" fmla="*/ 6858000 w 6858000"/>
              <ns1:gd name="connsiteY16-178" fmla="*/ 0 h 6459417"/>
              <ns1:gd name="connsiteX0-179" fmla="*/ 6858000 w 6858000"/>
              <ns1:gd name="connsiteY0-180" fmla="*/ 0 h 6459417"/>
              <ns1:gd name="connsiteX1-181" fmla="*/ 6858000 w 6858000"/>
              <ns1:gd name="connsiteY1-182" fmla="*/ 1675279 h 6459417"/>
              <ns1:gd name="connsiteX2-183" fmla="*/ 6858000 w 6858000"/>
              <ns1:gd name="connsiteY2-184" fmla="*/ 1819701 h 6459417"/>
              <ns1:gd name="connsiteX3-185" fmla="*/ 6858000 w 6858000"/>
              <ns1:gd name="connsiteY3-186" fmla="*/ 2278767 h 6459417"/>
              <ns1:gd name="connsiteX4-187" fmla="*/ 6858000 w 6858000"/>
              <ns1:gd name="connsiteY4-188" fmla="*/ 3954046 h 6459417"/>
              <ns1:gd name="connsiteX5-189" fmla="*/ 6858000 w 6858000"/>
              <ns1:gd name="connsiteY5-190" fmla="*/ 4098468 h 6459417"/>
              <ns1:gd name="connsiteX6-191" fmla="*/ 6858000 w 6858000"/>
              <ns1:gd name="connsiteY6-192" fmla="*/ 4180650 h 6459417"/>
              <ns1:gd name="connsiteX7-193" fmla="*/ 6858000 w 6858000"/>
              <ns1:gd name="connsiteY7-194" fmla="*/ 6459417 h 6459417"/>
              <ns1:gd name="connsiteX8-195" fmla="*/ 0 w 6858000"/>
              <ns1:gd name="connsiteY8-196" fmla="*/ 6459417 h 6459417"/>
              <ns1:gd name="connsiteX9-197" fmla="*/ 0 w 6858000"/>
              <ns1:gd name="connsiteY9-198" fmla="*/ 4180650 h 6459417"/>
              <ns1:gd name="connsiteX10-199" fmla="*/ 0 w 6858000"/>
              <ns1:gd name="connsiteY10-200" fmla="*/ 4098468 h 6459417"/>
              <ns1:gd name="connsiteX11-201" fmla="*/ 0 w 6858000"/>
              <ns1:gd name="connsiteY11-202" fmla="*/ 3954046 h 6459417"/>
              <ns1:gd name="connsiteX12-203" fmla="*/ 0 w 6858000"/>
              <ns1:gd name="connsiteY12-204" fmla="*/ 3295924 h 6459417"/>
              <ns1:gd name="connsiteX13-205" fmla="*/ 0 w 6858000"/>
              <ns1:gd name="connsiteY13-206" fmla="*/ 1819701 h 6459417"/>
              <ns1:gd name="connsiteX14-207" fmla="*/ 0 w 6858000"/>
              <ns1:gd name="connsiteY14-208" fmla="*/ 1675279 h 6459417"/>
              <ns1:gd name="connsiteX15-209" fmla="*/ 0 w 6858000"/>
              <ns1:gd name="connsiteY15-210" fmla="*/ 1017157 h 6459417"/>
              <ns1:gd name="connsiteX16-211" fmla="*/ 6858000 w 6858000"/>
              <ns1:gd name="connsiteY16-212" fmla="*/ 0 h 6459417"/>
              <ns1:gd name="connsiteX0-213" fmla="*/ 6858000 w 6858000"/>
              <ns1:gd name="connsiteY0-214" fmla="*/ 0 h 6459417"/>
              <ns1:gd name="connsiteX1-215" fmla="*/ 6858000 w 6858000"/>
              <ns1:gd name="connsiteY1-216" fmla="*/ 1675279 h 6459417"/>
              <ns1:gd name="connsiteX2-217" fmla="*/ 6858000 w 6858000"/>
              <ns1:gd name="connsiteY2-218" fmla="*/ 1819701 h 6459417"/>
              <ns1:gd name="connsiteX3-219" fmla="*/ 6858000 w 6858000"/>
              <ns1:gd name="connsiteY3-220" fmla="*/ 2278767 h 6459417"/>
              <ns1:gd name="connsiteX4-221" fmla="*/ 6858000 w 6858000"/>
              <ns1:gd name="connsiteY4-222" fmla="*/ 3954046 h 6459417"/>
              <ns1:gd name="connsiteX5-223" fmla="*/ 6858000 w 6858000"/>
              <ns1:gd name="connsiteY5-224" fmla="*/ 4098468 h 6459417"/>
              <ns1:gd name="connsiteX6-225" fmla="*/ 6858000 w 6858000"/>
              <ns1:gd name="connsiteY6-226" fmla="*/ 4180650 h 6459417"/>
              <ns1:gd name="connsiteX7-227" fmla="*/ 6858000 w 6858000"/>
              <ns1:gd name="connsiteY7-228" fmla="*/ 6459417 h 6459417"/>
              <ns1:gd name="connsiteX8-229" fmla="*/ 0 w 6858000"/>
              <ns1:gd name="connsiteY8-230" fmla="*/ 6459417 h 6459417"/>
              <ns1:gd name="connsiteX9-231" fmla="*/ 0 w 6858000"/>
              <ns1:gd name="connsiteY9-232" fmla="*/ 4180650 h 6459417"/>
              <ns1:gd name="connsiteX10-233" fmla="*/ 0 w 6858000"/>
              <ns1:gd name="connsiteY10-234" fmla="*/ 4098468 h 6459417"/>
              <ns1:gd name="connsiteX11-235" fmla="*/ 0 w 6858000"/>
              <ns1:gd name="connsiteY11-236" fmla="*/ 3954046 h 6459417"/>
              <ns1:gd name="connsiteX12-237" fmla="*/ 0 w 6858000"/>
              <ns1:gd name="connsiteY12-238" fmla="*/ 3295924 h 6459417"/>
              <ns1:gd name="connsiteX13-239" fmla="*/ 0 w 6858000"/>
              <ns1:gd name="connsiteY13-240" fmla="*/ 1819701 h 6459417"/>
              <ns1:gd name="connsiteX14-241" fmla="*/ 0 w 6858000"/>
              <ns1:gd name="connsiteY14-242" fmla="*/ 1675279 h 6459417"/>
              <ns1:gd name="connsiteX15-243" fmla="*/ 0 w 6858000"/>
              <ns1:gd name="connsiteY15-244" fmla="*/ 1017157 h 6459417"/>
              <ns1:gd name="connsiteX16-245" fmla="*/ 6858000 w 6858000"/>
              <ns1:gd name="connsiteY16-246" fmla="*/ 0 h 6459417"/>
              <ns1:gd name="connsiteX0-247" fmla="*/ 6858000 w 6858000"/>
              <ns1:gd name="connsiteY0-248" fmla="*/ 0 h 6459417"/>
              <ns1:gd name="connsiteX1-249" fmla="*/ 6858000 w 6858000"/>
              <ns1:gd name="connsiteY1-250" fmla="*/ 1675279 h 6459417"/>
              <ns1:gd name="connsiteX2-251" fmla="*/ 6858000 w 6858000"/>
              <ns1:gd name="connsiteY2-252" fmla="*/ 1819701 h 6459417"/>
              <ns1:gd name="connsiteX3-253" fmla="*/ 6858000 w 6858000"/>
              <ns1:gd name="connsiteY3-254" fmla="*/ 2278767 h 6459417"/>
              <ns1:gd name="connsiteX4-255" fmla="*/ 6858000 w 6858000"/>
              <ns1:gd name="connsiteY4-256" fmla="*/ 3954046 h 6459417"/>
              <ns1:gd name="connsiteX5-257" fmla="*/ 6858000 w 6858000"/>
              <ns1:gd name="connsiteY5-258" fmla="*/ 4098468 h 6459417"/>
              <ns1:gd name="connsiteX6-259" fmla="*/ 6858000 w 6858000"/>
              <ns1:gd name="connsiteY6-260" fmla="*/ 4180650 h 6459417"/>
              <ns1:gd name="connsiteX7-261" fmla="*/ 6858000 w 6858000"/>
              <ns1:gd name="connsiteY7-262" fmla="*/ 6459417 h 6459417"/>
              <ns1:gd name="connsiteX8-263" fmla="*/ 0 w 6858000"/>
              <ns1:gd name="connsiteY8-264" fmla="*/ 6459417 h 6459417"/>
              <ns1:gd name="connsiteX9-265" fmla="*/ 0 w 6858000"/>
              <ns1:gd name="connsiteY9-266" fmla="*/ 4180650 h 6459417"/>
              <ns1:gd name="connsiteX10-267" fmla="*/ 0 w 6858000"/>
              <ns1:gd name="connsiteY10-268" fmla="*/ 4098468 h 6459417"/>
              <ns1:gd name="connsiteX11-269" fmla="*/ 0 w 6858000"/>
              <ns1:gd name="connsiteY11-270" fmla="*/ 3954046 h 6459417"/>
              <ns1:gd name="connsiteX12-271" fmla="*/ 0 w 6858000"/>
              <ns1:gd name="connsiteY12-272" fmla="*/ 3295924 h 6459417"/>
              <ns1:gd name="connsiteX13-273" fmla="*/ 0 w 6858000"/>
              <ns1:gd name="connsiteY13-274" fmla="*/ 1819701 h 6459417"/>
              <ns1:gd name="connsiteX14-275" fmla="*/ 0 w 6858000"/>
              <ns1:gd name="connsiteY14-276" fmla="*/ 1675279 h 6459417"/>
              <ns1:gd name="connsiteX15-277" fmla="*/ 0 w 6858000"/>
              <ns1:gd name="connsiteY15-278" fmla="*/ 1017157 h 6459417"/>
              <ns1:gd name="connsiteX16-279" fmla="*/ 6858000 w 6858000"/>
              <ns1:gd name="connsiteY16-280" fmla="*/ 0 h 6459417"/>
              <ns1:gd name="connsiteX0-281" fmla="*/ 6858000 w 6858000"/>
              <ns1:gd name="connsiteY0-282" fmla="*/ 0 h 6459417"/>
              <ns1:gd name="connsiteX1-283" fmla="*/ 6858000 w 6858000"/>
              <ns1:gd name="connsiteY1-284" fmla="*/ 1675279 h 6459417"/>
              <ns1:gd name="connsiteX2-285" fmla="*/ 6858000 w 6858000"/>
              <ns1:gd name="connsiteY2-286" fmla="*/ 1819701 h 6459417"/>
              <ns1:gd name="connsiteX3-287" fmla="*/ 6858000 w 6858000"/>
              <ns1:gd name="connsiteY3-288" fmla="*/ 2278767 h 6459417"/>
              <ns1:gd name="connsiteX4-289" fmla="*/ 6858000 w 6858000"/>
              <ns1:gd name="connsiteY4-290" fmla="*/ 3954046 h 6459417"/>
              <ns1:gd name="connsiteX5-291" fmla="*/ 6858000 w 6858000"/>
              <ns1:gd name="connsiteY5-292" fmla="*/ 4098468 h 6459417"/>
              <ns1:gd name="connsiteX6-293" fmla="*/ 6858000 w 6858000"/>
              <ns1:gd name="connsiteY6-294" fmla="*/ 4180650 h 6459417"/>
              <ns1:gd name="connsiteX7-295" fmla="*/ 6858000 w 6858000"/>
              <ns1:gd name="connsiteY7-296" fmla="*/ 6459417 h 6459417"/>
              <ns1:gd name="connsiteX8-297" fmla="*/ 0 w 6858000"/>
              <ns1:gd name="connsiteY8-298" fmla="*/ 6459417 h 6459417"/>
              <ns1:gd name="connsiteX9-299" fmla="*/ 0 w 6858000"/>
              <ns1:gd name="connsiteY9-300" fmla="*/ 4180650 h 6459417"/>
              <ns1:gd name="connsiteX10-301" fmla="*/ 0 w 6858000"/>
              <ns1:gd name="connsiteY10-302" fmla="*/ 4098468 h 6459417"/>
              <ns1:gd name="connsiteX11-303" fmla="*/ 0 w 6858000"/>
              <ns1:gd name="connsiteY11-304" fmla="*/ 3954046 h 6459417"/>
              <ns1:gd name="connsiteX12-305" fmla="*/ 0 w 6858000"/>
              <ns1:gd name="connsiteY12-306" fmla="*/ 3295924 h 6459417"/>
              <ns1:gd name="connsiteX13-307" fmla="*/ 0 w 6858000"/>
              <ns1:gd name="connsiteY13-308" fmla="*/ 1819701 h 6459417"/>
              <ns1:gd name="connsiteX14-309" fmla="*/ 0 w 6858000"/>
              <ns1:gd name="connsiteY14-310" fmla="*/ 1675279 h 6459417"/>
              <ns1:gd name="connsiteX15-311" fmla="*/ 0 w 6858000"/>
              <ns1:gd name="connsiteY15-312" fmla="*/ 1017157 h 6459417"/>
              <ns1:gd name="connsiteX16-313" fmla="*/ 6858000 w 6858000"/>
              <ns1:gd name="connsiteY16-314" fmla="*/ 0 h 6459417"/>
              <ns1:gd name="connsiteX0-315" fmla="*/ 6858000 w 6858000"/>
              <ns1:gd name="connsiteY0-316" fmla="*/ 0 h 6459417"/>
              <ns1:gd name="connsiteX1-317" fmla="*/ 6858000 w 6858000"/>
              <ns1:gd name="connsiteY1-318" fmla="*/ 1675279 h 6459417"/>
              <ns1:gd name="connsiteX2-319" fmla="*/ 6858000 w 6858000"/>
              <ns1:gd name="connsiteY2-320" fmla="*/ 1819701 h 6459417"/>
              <ns1:gd name="connsiteX3-321" fmla="*/ 6858000 w 6858000"/>
              <ns1:gd name="connsiteY3-322" fmla="*/ 2278767 h 6459417"/>
              <ns1:gd name="connsiteX4-323" fmla="*/ 6858000 w 6858000"/>
              <ns1:gd name="connsiteY4-324" fmla="*/ 3954046 h 6459417"/>
              <ns1:gd name="connsiteX5-325" fmla="*/ 6858000 w 6858000"/>
              <ns1:gd name="connsiteY5-326" fmla="*/ 4098468 h 6459417"/>
              <ns1:gd name="connsiteX6-327" fmla="*/ 6858000 w 6858000"/>
              <ns1:gd name="connsiteY6-328" fmla="*/ 4180650 h 6459417"/>
              <ns1:gd name="connsiteX7-329" fmla="*/ 6858000 w 6858000"/>
              <ns1:gd name="connsiteY7-330" fmla="*/ 6459417 h 6459417"/>
              <ns1:gd name="connsiteX8-331" fmla="*/ 0 w 6858000"/>
              <ns1:gd name="connsiteY8-332" fmla="*/ 6459417 h 6459417"/>
              <ns1:gd name="connsiteX9-333" fmla="*/ 0 w 6858000"/>
              <ns1:gd name="connsiteY9-334" fmla="*/ 4180650 h 6459417"/>
              <ns1:gd name="connsiteX10-335" fmla="*/ 0 w 6858000"/>
              <ns1:gd name="connsiteY10-336" fmla="*/ 4098468 h 6459417"/>
              <ns1:gd name="connsiteX11-337" fmla="*/ 0 w 6858000"/>
              <ns1:gd name="connsiteY11-338" fmla="*/ 3954046 h 6459417"/>
              <ns1:gd name="connsiteX12-339" fmla="*/ 0 w 6858000"/>
              <ns1:gd name="connsiteY12-340" fmla="*/ 3295924 h 6459417"/>
              <ns1:gd name="connsiteX13-341" fmla="*/ 0 w 6858000"/>
              <ns1:gd name="connsiteY13-342" fmla="*/ 1819701 h 6459417"/>
              <ns1:gd name="connsiteX14-343" fmla="*/ 0 w 6858000"/>
              <ns1:gd name="connsiteY14-344" fmla="*/ 1675279 h 6459417"/>
              <ns1:gd name="connsiteX15-345" fmla="*/ 0 w 6858000"/>
              <ns1:gd name="connsiteY15-346" fmla="*/ 1017157 h 6459417"/>
              <ns1:gd name="connsiteX16-347" fmla="*/ 6858000 w 6858000"/>
              <ns1:gd name="connsiteY16-348" fmla="*/ 0 h 6459417"/>
              <ns1:gd name="connsiteX0-349" fmla="*/ 6858000 w 6858000"/>
              <ns1:gd name="connsiteY0-350" fmla="*/ 0 h 6459417"/>
              <ns1:gd name="connsiteX1-351" fmla="*/ 6858000 w 6858000"/>
              <ns1:gd name="connsiteY1-352" fmla="*/ 1675279 h 6459417"/>
              <ns1:gd name="connsiteX2-353" fmla="*/ 6858000 w 6858000"/>
              <ns1:gd name="connsiteY2-354" fmla="*/ 1819701 h 6459417"/>
              <ns1:gd name="connsiteX3-355" fmla="*/ 6858000 w 6858000"/>
              <ns1:gd name="connsiteY3-356" fmla="*/ 2278767 h 6459417"/>
              <ns1:gd name="connsiteX4-357" fmla="*/ 6858000 w 6858000"/>
              <ns1:gd name="connsiteY4-358" fmla="*/ 3954046 h 6459417"/>
              <ns1:gd name="connsiteX5-359" fmla="*/ 6858000 w 6858000"/>
              <ns1:gd name="connsiteY5-360" fmla="*/ 4098468 h 6459417"/>
              <ns1:gd name="connsiteX6-361" fmla="*/ 6858000 w 6858000"/>
              <ns1:gd name="connsiteY6-362" fmla="*/ 4180650 h 6459417"/>
              <ns1:gd name="connsiteX7-363" fmla="*/ 6858000 w 6858000"/>
              <ns1:gd name="connsiteY7-364" fmla="*/ 6459417 h 6459417"/>
              <ns1:gd name="connsiteX8-365" fmla="*/ 0 w 6858000"/>
              <ns1:gd name="connsiteY8-366" fmla="*/ 6459417 h 6459417"/>
              <ns1:gd name="connsiteX9-367" fmla="*/ 0 w 6858000"/>
              <ns1:gd name="connsiteY9-368" fmla="*/ 4180650 h 6459417"/>
              <ns1:gd name="connsiteX10-369" fmla="*/ 0 w 6858000"/>
              <ns1:gd name="connsiteY10-370" fmla="*/ 4098468 h 6459417"/>
              <ns1:gd name="connsiteX11-371" fmla="*/ 0 w 6858000"/>
              <ns1:gd name="connsiteY11-372" fmla="*/ 3954046 h 6459417"/>
              <ns1:gd name="connsiteX12-373" fmla="*/ 0 w 6858000"/>
              <ns1:gd name="connsiteY12-374" fmla="*/ 3295924 h 6459417"/>
              <ns1:gd name="connsiteX13-375" fmla="*/ 0 w 6858000"/>
              <ns1:gd name="connsiteY13-376" fmla="*/ 1819701 h 6459417"/>
              <ns1:gd name="connsiteX14-377" fmla="*/ 0 w 6858000"/>
              <ns1:gd name="connsiteY14-378" fmla="*/ 1675279 h 6459417"/>
              <ns1:gd name="connsiteX15-379" fmla="*/ 0 w 6858000"/>
              <ns1:gd name="connsiteY15-380" fmla="*/ 1017157 h 6459417"/>
              <ns1:gd name="connsiteX16-381" fmla="*/ 6858000 w 6858000"/>
              <ns1:gd name="connsiteY16-382" fmla="*/ 0 h 6459417"/>
              <ns1:gd name="connsiteX0-383" fmla="*/ 6858000 w 6858000"/>
              <ns1:gd name="connsiteY0-384" fmla="*/ 0 h 6459417"/>
              <ns1:gd name="connsiteX1-385" fmla="*/ 6858000 w 6858000"/>
              <ns1:gd name="connsiteY1-386" fmla="*/ 1675279 h 6459417"/>
              <ns1:gd name="connsiteX2-387" fmla="*/ 6858000 w 6858000"/>
              <ns1:gd name="connsiteY2-388" fmla="*/ 1819701 h 6459417"/>
              <ns1:gd name="connsiteX3-389" fmla="*/ 6858000 w 6858000"/>
              <ns1:gd name="connsiteY3-390" fmla="*/ 2278767 h 6459417"/>
              <ns1:gd name="connsiteX4-391" fmla="*/ 6858000 w 6858000"/>
              <ns1:gd name="connsiteY4-392" fmla="*/ 3954046 h 6459417"/>
              <ns1:gd name="connsiteX5-393" fmla="*/ 6858000 w 6858000"/>
              <ns1:gd name="connsiteY5-394" fmla="*/ 4098468 h 6459417"/>
              <ns1:gd name="connsiteX6-395" fmla="*/ 6858000 w 6858000"/>
              <ns1:gd name="connsiteY6-396" fmla="*/ 4180650 h 6459417"/>
              <ns1:gd name="connsiteX7-397" fmla="*/ 6858000 w 6858000"/>
              <ns1:gd name="connsiteY7-398" fmla="*/ 6459417 h 6459417"/>
              <ns1:gd name="connsiteX8-399" fmla="*/ 0 w 6858000"/>
              <ns1:gd name="connsiteY8-400" fmla="*/ 6459417 h 6459417"/>
              <ns1:gd name="connsiteX9-401" fmla="*/ 0 w 6858000"/>
              <ns1:gd name="connsiteY9-402" fmla="*/ 4180650 h 6459417"/>
              <ns1:gd name="connsiteX10-403" fmla="*/ 0 w 6858000"/>
              <ns1:gd name="connsiteY10-404" fmla="*/ 4098468 h 6459417"/>
              <ns1:gd name="connsiteX11-405" fmla="*/ 0 w 6858000"/>
              <ns1:gd name="connsiteY11-406" fmla="*/ 3954046 h 6459417"/>
              <ns1:gd name="connsiteX12-407" fmla="*/ 0 w 6858000"/>
              <ns1:gd name="connsiteY12-408" fmla="*/ 3295924 h 6459417"/>
              <ns1:gd name="connsiteX13-409" fmla="*/ 0 w 6858000"/>
              <ns1:gd name="connsiteY13-410" fmla="*/ 1819701 h 6459417"/>
              <ns1:gd name="connsiteX14-411" fmla="*/ 0 w 6858000"/>
              <ns1:gd name="connsiteY14-412" fmla="*/ 1675279 h 6459417"/>
              <ns1:gd name="connsiteX15-413" fmla="*/ 0 w 6858000"/>
              <ns1:gd name="connsiteY15-414" fmla="*/ 1017157 h 6459417"/>
              <ns1:gd name="connsiteX16-415" fmla="*/ 6858000 w 6858000"/>
              <ns1:gd name="connsiteY16-416" fmla="*/ 0 h 6459417"/>
              <ns1:gd name="connsiteX0-417" fmla="*/ 6858003 w 6858003"/>
              <ns1:gd name="connsiteY0-418" fmla="*/ 0 h 6735189"/>
              <ns1:gd name="connsiteX1-419" fmla="*/ 6858000 w 6858003"/>
              <ns1:gd name="connsiteY1-420" fmla="*/ 1951051 h 6735189"/>
              <ns1:gd name="connsiteX2-421" fmla="*/ 6858000 w 6858003"/>
              <ns1:gd name="connsiteY2-422" fmla="*/ 2095473 h 6735189"/>
              <ns1:gd name="connsiteX3-423" fmla="*/ 6858000 w 6858003"/>
              <ns1:gd name="connsiteY3-424" fmla="*/ 2554539 h 6735189"/>
              <ns1:gd name="connsiteX4-425" fmla="*/ 6858000 w 6858003"/>
              <ns1:gd name="connsiteY4-426" fmla="*/ 4229818 h 6735189"/>
              <ns1:gd name="connsiteX5-427" fmla="*/ 6858000 w 6858003"/>
              <ns1:gd name="connsiteY5-428" fmla="*/ 4374240 h 6735189"/>
              <ns1:gd name="connsiteX6-429" fmla="*/ 6858000 w 6858003"/>
              <ns1:gd name="connsiteY6-430" fmla="*/ 4456422 h 6735189"/>
              <ns1:gd name="connsiteX7-431" fmla="*/ 6858000 w 6858003"/>
              <ns1:gd name="connsiteY7-432" fmla="*/ 6735189 h 6735189"/>
              <ns1:gd name="connsiteX8-433" fmla="*/ 0 w 6858003"/>
              <ns1:gd name="connsiteY8-434" fmla="*/ 6735189 h 6735189"/>
              <ns1:gd name="connsiteX9-435" fmla="*/ 0 w 6858003"/>
              <ns1:gd name="connsiteY9-436" fmla="*/ 4456422 h 6735189"/>
              <ns1:gd name="connsiteX10-437" fmla="*/ 0 w 6858003"/>
              <ns1:gd name="connsiteY10-438" fmla="*/ 4374240 h 6735189"/>
              <ns1:gd name="connsiteX11-439" fmla="*/ 0 w 6858003"/>
              <ns1:gd name="connsiteY11-440" fmla="*/ 4229818 h 6735189"/>
              <ns1:gd name="connsiteX12-441" fmla="*/ 0 w 6858003"/>
              <ns1:gd name="connsiteY12-442" fmla="*/ 3571696 h 6735189"/>
              <ns1:gd name="connsiteX13-443" fmla="*/ 0 w 6858003"/>
              <ns1:gd name="connsiteY13-444" fmla="*/ 2095473 h 6735189"/>
              <ns1:gd name="connsiteX14-445" fmla="*/ 0 w 6858003"/>
              <ns1:gd name="connsiteY14-446" fmla="*/ 1951051 h 6735189"/>
              <ns1:gd name="connsiteX15-447" fmla="*/ 0 w 6858003"/>
              <ns1:gd name="connsiteY15-448" fmla="*/ 1292929 h 6735189"/>
              <ns1:gd name="connsiteX16-449" fmla="*/ 6858003 w 6858003"/>
              <ns1:gd name="connsiteY16-450" fmla="*/ 0 h 6735189"/>
              <ns1:gd name="connsiteX0-451" fmla="*/ 6858003 w 6858003"/>
              <ns1:gd name="connsiteY0-452" fmla="*/ 0 h 6735189"/>
              <ns1:gd name="connsiteX1-453" fmla="*/ 6858000 w 6858003"/>
              <ns1:gd name="connsiteY1-454" fmla="*/ 1951051 h 6735189"/>
              <ns1:gd name="connsiteX2-455" fmla="*/ 6858000 w 6858003"/>
              <ns1:gd name="connsiteY2-456" fmla="*/ 2095473 h 6735189"/>
              <ns1:gd name="connsiteX3-457" fmla="*/ 6858000 w 6858003"/>
              <ns1:gd name="connsiteY3-458" fmla="*/ 2554539 h 6735189"/>
              <ns1:gd name="connsiteX4-459" fmla="*/ 6858000 w 6858003"/>
              <ns1:gd name="connsiteY4-460" fmla="*/ 4229818 h 6735189"/>
              <ns1:gd name="connsiteX5-461" fmla="*/ 6858000 w 6858003"/>
              <ns1:gd name="connsiteY5-462" fmla="*/ 4374240 h 6735189"/>
              <ns1:gd name="connsiteX6-463" fmla="*/ 6858000 w 6858003"/>
              <ns1:gd name="connsiteY6-464" fmla="*/ 4456422 h 6735189"/>
              <ns1:gd name="connsiteX7-465" fmla="*/ 6858000 w 6858003"/>
              <ns1:gd name="connsiteY7-466" fmla="*/ 6735189 h 6735189"/>
              <ns1:gd name="connsiteX8-467" fmla="*/ 0 w 6858003"/>
              <ns1:gd name="connsiteY8-468" fmla="*/ 6735189 h 6735189"/>
              <ns1:gd name="connsiteX9-469" fmla="*/ 0 w 6858003"/>
              <ns1:gd name="connsiteY9-470" fmla="*/ 4456422 h 6735189"/>
              <ns1:gd name="connsiteX10-471" fmla="*/ 0 w 6858003"/>
              <ns1:gd name="connsiteY10-472" fmla="*/ 4374240 h 6735189"/>
              <ns1:gd name="connsiteX11-473" fmla="*/ 0 w 6858003"/>
              <ns1:gd name="connsiteY11-474" fmla="*/ 4229818 h 6735189"/>
              <ns1:gd name="connsiteX12-475" fmla="*/ 0 w 6858003"/>
              <ns1:gd name="connsiteY12-476" fmla="*/ 3571696 h 6735189"/>
              <ns1:gd name="connsiteX13-477" fmla="*/ 0 w 6858003"/>
              <ns1:gd name="connsiteY13-478" fmla="*/ 2095473 h 6735189"/>
              <ns1:gd name="connsiteX14-479" fmla="*/ 0 w 6858003"/>
              <ns1:gd name="connsiteY14-480" fmla="*/ 1951051 h 6735189"/>
              <ns1:gd name="connsiteX15-481" fmla="*/ 0 w 6858003"/>
              <ns1:gd name="connsiteY15-482" fmla="*/ 1292929 h 6735189"/>
              <ns1:gd name="connsiteX16-483" fmla="*/ 6858003 w 6858003"/>
              <ns1:gd name="connsiteY16-484" fmla="*/ 0 h 6735189"/>
              <ns1:gd name="connsiteX0-485" fmla="*/ 6858003 w 6858003"/>
              <ns1:gd name="connsiteY0-486" fmla="*/ 0 h 6735189"/>
              <ns1:gd name="connsiteX1-487" fmla="*/ 6858000 w 6858003"/>
              <ns1:gd name="connsiteY1-488" fmla="*/ 1951051 h 6735189"/>
              <ns1:gd name="connsiteX2-489" fmla="*/ 6858000 w 6858003"/>
              <ns1:gd name="connsiteY2-490" fmla="*/ 2095473 h 6735189"/>
              <ns1:gd name="connsiteX3-491" fmla="*/ 6858000 w 6858003"/>
              <ns1:gd name="connsiteY3-492" fmla="*/ 2554539 h 6735189"/>
              <ns1:gd name="connsiteX4-493" fmla="*/ 6858000 w 6858003"/>
              <ns1:gd name="connsiteY4-494" fmla="*/ 4229818 h 6735189"/>
              <ns1:gd name="connsiteX5-495" fmla="*/ 6858000 w 6858003"/>
              <ns1:gd name="connsiteY5-496" fmla="*/ 4374240 h 6735189"/>
              <ns1:gd name="connsiteX6-497" fmla="*/ 6858000 w 6858003"/>
              <ns1:gd name="connsiteY6-498" fmla="*/ 4456422 h 6735189"/>
              <ns1:gd name="connsiteX7-499" fmla="*/ 6858000 w 6858003"/>
              <ns1:gd name="connsiteY7-500" fmla="*/ 6735189 h 6735189"/>
              <ns1:gd name="connsiteX8-501" fmla="*/ 0 w 6858003"/>
              <ns1:gd name="connsiteY8-502" fmla="*/ 6735189 h 6735189"/>
              <ns1:gd name="connsiteX9-503" fmla="*/ 0 w 6858003"/>
              <ns1:gd name="connsiteY9-504" fmla="*/ 4456422 h 6735189"/>
              <ns1:gd name="connsiteX10-505" fmla="*/ 0 w 6858003"/>
              <ns1:gd name="connsiteY10-506" fmla="*/ 4374240 h 6735189"/>
              <ns1:gd name="connsiteX11-507" fmla="*/ 0 w 6858003"/>
              <ns1:gd name="connsiteY11-508" fmla="*/ 4229818 h 6735189"/>
              <ns1:gd name="connsiteX12-509" fmla="*/ 0 w 6858003"/>
              <ns1:gd name="connsiteY12-510" fmla="*/ 3571696 h 6735189"/>
              <ns1:gd name="connsiteX13-511" fmla="*/ 0 w 6858003"/>
              <ns1:gd name="connsiteY13-512" fmla="*/ 2095473 h 6735189"/>
              <ns1:gd name="connsiteX14-513" fmla="*/ 0 w 6858003"/>
              <ns1:gd name="connsiteY14-514" fmla="*/ 1951051 h 6735189"/>
              <ns1:gd name="connsiteX15-515" fmla="*/ 0 w 6858003"/>
              <ns1:gd name="connsiteY15-516" fmla="*/ 1292929 h 6735189"/>
              <ns1:gd name="connsiteX16-517" fmla="*/ 6858003 w 6858003"/>
              <ns1:gd name="connsiteY16-518" fmla="*/ 0 h 6735189"/>
              <ns1:gd name="connsiteX0-519" fmla="*/ 6858003 w 6858003"/>
              <ns1:gd name="connsiteY0-520" fmla="*/ 0 h 6735189"/>
              <ns1:gd name="connsiteX1-521" fmla="*/ 6858000 w 6858003"/>
              <ns1:gd name="connsiteY1-522" fmla="*/ 1951051 h 6735189"/>
              <ns1:gd name="connsiteX2-523" fmla="*/ 6858000 w 6858003"/>
              <ns1:gd name="connsiteY2-524" fmla="*/ 2095473 h 6735189"/>
              <ns1:gd name="connsiteX3-525" fmla="*/ 6858000 w 6858003"/>
              <ns1:gd name="connsiteY3-526" fmla="*/ 2554539 h 6735189"/>
              <ns1:gd name="connsiteX4-527" fmla="*/ 6858000 w 6858003"/>
              <ns1:gd name="connsiteY4-528" fmla="*/ 4229818 h 6735189"/>
              <ns1:gd name="connsiteX5-529" fmla="*/ 6858000 w 6858003"/>
              <ns1:gd name="connsiteY5-530" fmla="*/ 4374240 h 6735189"/>
              <ns1:gd name="connsiteX6-531" fmla="*/ 6858000 w 6858003"/>
              <ns1:gd name="connsiteY6-532" fmla="*/ 4456422 h 6735189"/>
              <ns1:gd name="connsiteX7-533" fmla="*/ 6858000 w 6858003"/>
              <ns1:gd name="connsiteY7-534" fmla="*/ 6735189 h 6735189"/>
              <ns1:gd name="connsiteX8-535" fmla="*/ 0 w 6858003"/>
              <ns1:gd name="connsiteY8-536" fmla="*/ 6735189 h 6735189"/>
              <ns1:gd name="connsiteX9-537" fmla="*/ 0 w 6858003"/>
              <ns1:gd name="connsiteY9-538" fmla="*/ 4456422 h 6735189"/>
              <ns1:gd name="connsiteX10-539" fmla="*/ 0 w 6858003"/>
              <ns1:gd name="connsiteY10-540" fmla="*/ 4374240 h 6735189"/>
              <ns1:gd name="connsiteX11-541" fmla="*/ 0 w 6858003"/>
              <ns1:gd name="connsiteY11-542" fmla="*/ 4229818 h 6735189"/>
              <ns1:gd name="connsiteX12-543" fmla="*/ 0 w 6858003"/>
              <ns1:gd name="connsiteY12-544" fmla="*/ 3571696 h 6735189"/>
              <ns1:gd name="connsiteX13-545" fmla="*/ 0 w 6858003"/>
              <ns1:gd name="connsiteY13-546" fmla="*/ 2095473 h 6735189"/>
              <ns1:gd name="connsiteX14-547" fmla="*/ 0 w 6858003"/>
              <ns1:gd name="connsiteY14-548" fmla="*/ 1951051 h 6735189"/>
              <ns1:gd name="connsiteX15-549" fmla="*/ 0 w 6858003"/>
              <ns1:gd name="connsiteY15-550" fmla="*/ 1292929 h 6735189"/>
              <ns1:gd name="connsiteX16-551" fmla="*/ 6858003 w 6858003"/>
              <ns1:gd name="connsiteY16-552" fmla="*/ 0 h 6735189"/>
              <ns1:gd name="connsiteX0-553" fmla="*/ 6858003 w 6858003"/>
              <ns1:gd name="connsiteY0-554" fmla="*/ 0 h 6735189"/>
              <ns1:gd name="connsiteX1-555" fmla="*/ 6858000 w 6858003"/>
              <ns1:gd name="connsiteY1-556" fmla="*/ 1951051 h 6735189"/>
              <ns1:gd name="connsiteX2-557" fmla="*/ 6858000 w 6858003"/>
              <ns1:gd name="connsiteY2-558" fmla="*/ 2095473 h 6735189"/>
              <ns1:gd name="connsiteX3-559" fmla="*/ 6858000 w 6858003"/>
              <ns1:gd name="connsiteY3-560" fmla="*/ 2554539 h 6735189"/>
              <ns1:gd name="connsiteX4-561" fmla="*/ 6858000 w 6858003"/>
              <ns1:gd name="connsiteY4-562" fmla="*/ 4229818 h 6735189"/>
              <ns1:gd name="connsiteX5-563" fmla="*/ 6858000 w 6858003"/>
              <ns1:gd name="connsiteY5-564" fmla="*/ 4374240 h 6735189"/>
              <ns1:gd name="connsiteX6-565" fmla="*/ 6858000 w 6858003"/>
              <ns1:gd name="connsiteY6-566" fmla="*/ 4456422 h 6735189"/>
              <ns1:gd name="connsiteX7-567" fmla="*/ 6858000 w 6858003"/>
              <ns1:gd name="connsiteY7-568" fmla="*/ 6735189 h 6735189"/>
              <ns1:gd name="connsiteX8-569" fmla="*/ 0 w 6858003"/>
              <ns1:gd name="connsiteY8-570" fmla="*/ 6735189 h 6735189"/>
              <ns1:gd name="connsiteX9-571" fmla="*/ 0 w 6858003"/>
              <ns1:gd name="connsiteY9-572" fmla="*/ 4456422 h 6735189"/>
              <ns1:gd name="connsiteX10-573" fmla="*/ 0 w 6858003"/>
              <ns1:gd name="connsiteY10-574" fmla="*/ 4374240 h 6735189"/>
              <ns1:gd name="connsiteX11-575" fmla="*/ 0 w 6858003"/>
              <ns1:gd name="connsiteY11-576" fmla="*/ 4229818 h 6735189"/>
              <ns1:gd name="connsiteX12-577" fmla="*/ 0 w 6858003"/>
              <ns1:gd name="connsiteY12-578" fmla="*/ 3571696 h 6735189"/>
              <ns1:gd name="connsiteX13-579" fmla="*/ 0 w 6858003"/>
              <ns1:gd name="connsiteY13-580" fmla="*/ 2095473 h 6735189"/>
              <ns1:gd name="connsiteX14-581" fmla="*/ 0 w 6858003"/>
              <ns1:gd name="connsiteY14-582" fmla="*/ 1951051 h 6735189"/>
              <ns1:gd name="connsiteX15-583" fmla="*/ 0 w 6858003"/>
              <ns1:gd name="connsiteY15-584" fmla="*/ 1292929 h 6735189"/>
              <ns1:gd name="connsiteX16-585" fmla="*/ 6858003 w 6858003"/>
              <ns1:gd name="connsiteY16-586" fmla="*/ 0 h 6735189"/>
              <ns1:gd name="connsiteX0-587" fmla="*/ 6858003 w 6858003"/>
              <ns1:gd name="connsiteY0-588" fmla="*/ 0 h 7431875"/>
              <ns1:gd name="connsiteX1-589" fmla="*/ 6858000 w 6858003"/>
              <ns1:gd name="connsiteY1-590" fmla="*/ 2647737 h 7431875"/>
              <ns1:gd name="connsiteX2-591" fmla="*/ 6858000 w 6858003"/>
              <ns1:gd name="connsiteY2-592" fmla="*/ 2792159 h 7431875"/>
              <ns1:gd name="connsiteX3-593" fmla="*/ 6858000 w 6858003"/>
              <ns1:gd name="connsiteY3-594" fmla="*/ 3251225 h 7431875"/>
              <ns1:gd name="connsiteX4-595" fmla="*/ 6858000 w 6858003"/>
              <ns1:gd name="connsiteY4-596" fmla="*/ 4926504 h 7431875"/>
              <ns1:gd name="connsiteX5-597" fmla="*/ 6858000 w 6858003"/>
              <ns1:gd name="connsiteY5-598" fmla="*/ 5070926 h 7431875"/>
              <ns1:gd name="connsiteX6-599" fmla="*/ 6858000 w 6858003"/>
              <ns1:gd name="connsiteY6-600" fmla="*/ 5153108 h 7431875"/>
              <ns1:gd name="connsiteX7-601" fmla="*/ 6858000 w 6858003"/>
              <ns1:gd name="connsiteY7-602" fmla="*/ 7431875 h 7431875"/>
              <ns1:gd name="connsiteX8-603" fmla="*/ 0 w 6858003"/>
              <ns1:gd name="connsiteY8-604" fmla="*/ 7431875 h 7431875"/>
              <ns1:gd name="connsiteX9-605" fmla="*/ 0 w 6858003"/>
              <ns1:gd name="connsiteY9-606" fmla="*/ 5153108 h 7431875"/>
              <ns1:gd name="connsiteX10-607" fmla="*/ 0 w 6858003"/>
              <ns1:gd name="connsiteY10-608" fmla="*/ 5070926 h 7431875"/>
              <ns1:gd name="connsiteX11-609" fmla="*/ 0 w 6858003"/>
              <ns1:gd name="connsiteY11-610" fmla="*/ 4926504 h 7431875"/>
              <ns1:gd name="connsiteX12-611" fmla="*/ 0 w 6858003"/>
              <ns1:gd name="connsiteY12-612" fmla="*/ 4268382 h 7431875"/>
              <ns1:gd name="connsiteX13-613" fmla="*/ 0 w 6858003"/>
              <ns1:gd name="connsiteY13-614" fmla="*/ 2792159 h 7431875"/>
              <ns1:gd name="connsiteX14-615" fmla="*/ 0 w 6858003"/>
              <ns1:gd name="connsiteY14-616" fmla="*/ 2647737 h 7431875"/>
              <ns1:gd name="connsiteX15-617" fmla="*/ 0 w 6858003"/>
              <ns1:gd name="connsiteY15-618" fmla="*/ 1989615 h 7431875"/>
              <ns1:gd name="connsiteX16-619" fmla="*/ 6858003 w 6858003"/>
              <ns1:gd name="connsiteY16-620" fmla="*/ 0 h 7431875"/>
              <ns1:gd name="connsiteX0-621" fmla="*/ 6872517 w 6872517"/>
              <ns1:gd name="connsiteY0-622" fmla="*/ 0 h 7431875"/>
              <ns1:gd name="connsiteX1-623" fmla="*/ 6872514 w 6872517"/>
              <ns1:gd name="connsiteY1-624" fmla="*/ 2647737 h 7431875"/>
              <ns1:gd name="connsiteX2-625" fmla="*/ 6872514 w 6872517"/>
              <ns1:gd name="connsiteY2-626" fmla="*/ 2792159 h 7431875"/>
              <ns1:gd name="connsiteX3-627" fmla="*/ 6872514 w 6872517"/>
              <ns1:gd name="connsiteY3-628" fmla="*/ 3251225 h 7431875"/>
              <ns1:gd name="connsiteX4-629" fmla="*/ 6872514 w 6872517"/>
              <ns1:gd name="connsiteY4-630" fmla="*/ 4926504 h 7431875"/>
              <ns1:gd name="connsiteX5-631" fmla="*/ 6872514 w 6872517"/>
              <ns1:gd name="connsiteY5-632" fmla="*/ 5070926 h 7431875"/>
              <ns1:gd name="connsiteX6-633" fmla="*/ 6872514 w 6872517"/>
              <ns1:gd name="connsiteY6-634" fmla="*/ 5153108 h 7431875"/>
              <ns1:gd name="connsiteX7-635" fmla="*/ 6872514 w 6872517"/>
              <ns1:gd name="connsiteY7-636" fmla="*/ 7431875 h 7431875"/>
              <ns1:gd name="connsiteX8-637" fmla="*/ 14514 w 6872517"/>
              <ns1:gd name="connsiteY8-638" fmla="*/ 7431875 h 7431875"/>
              <ns1:gd name="connsiteX9-639" fmla="*/ 14514 w 6872517"/>
              <ns1:gd name="connsiteY9-640" fmla="*/ 5153108 h 7431875"/>
              <ns1:gd name="connsiteX10-641" fmla="*/ 14514 w 6872517"/>
              <ns1:gd name="connsiteY10-642" fmla="*/ 5070926 h 7431875"/>
              <ns1:gd name="connsiteX11-643" fmla="*/ 14514 w 6872517"/>
              <ns1:gd name="connsiteY11-644" fmla="*/ 4926504 h 7431875"/>
              <ns1:gd name="connsiteX12-645" fmla="*/ 14514 w 6872517"/>
              <ns1:gd name="connsiteY12-646" fmla="*/ 4268382 h 7431875"/>
              <ns1:gd name="connsiteX13-647" fmla="*/ 14514 w 6872517"/>
              <ns1:gd name="connsiteY13-648" fmla="*/ 2792159 h 7431875"/>
              <ns1:gd name="connsiteX14-649" fmla="*/ 14514 w 6872517"/>
              <ns1:gd name="connsiteY14-650" fmla="*/ 2647737 h 7431875"/>
              <ns1:gd name="connsiteX15-651" fmla="*/ 0 w 6872517"/>
              <ns1:gd name="connsiteY15-652" fmla="*/ 480129 h 7431875"/>
              <ns1:gd name="connsiteX16-653" fmla="*/ 6872517 w 6872517"/>
              <ns1:gd name="connsiteY16-654" fmla="*/ 0 h 7431875"/>
              <ns1:gd name="connsiteX0-655" fmla="*/ 6858003 w 6858003"/>
              <ns1:gd name="connsiteY0-656" fmla="*/ 0 h 7431875"/>
              <ns1:gd name="connsiteX1-657" fmla="*/ 6858000 w 6858003"/>
              <ns1:gd name="connsiteY1-658" fmla="*/ 2647737 h 7431875"/>
              <ns1:gd name="connsiteX2-659" fmla="*/ 6858000 w 6858003"/>
              <ns1:gd name="connsiteY2-660" fmla="*/ 2792159 h 7431875"/>
              <ns1:gd name="connsiteX3-661" fmla="*/ 6858000 w 6858003"/>
              <ns1:gd name="connsiteY3-662" fmla="*/ 3251225 h 7431875"/>
              <ns1:gd name="connsiteX4-663" fmla="*/ 6858000 w 6858003"/>
              <ns1:gd name="connsiteY4-664" fmla="*/ 4926504 h 7431875"/>
              <ns1:gd name="connsiteX5-665" fmla="*/ 6858000 w 6858003"/>
              <ns1:gd name="connsiteY5-666" fmla="*/ 5070926 h 7431875"/>
              <ns1:gd name="connsiteX6-667" fmla="*/ 6858000 w 6858003"/>
              <ns1:gd name="connsiteY6-668" fmla="*/ 5153108 h 7431875"/>
              <ns1:gd name="connsiteX7-669" fmla="*/ 6858000 w 6858003"/>
              <ns1:gd name="connsiteY7-670" fmla="*/ 7431875 h 7431875"/>
              <ns1:gd name="connsiteX8-671" fmla="*/ 0 w 6858003"/>
              <ns1:gd name="connsiteY8-672" fmla="*/ 7431875 h 7431875"/>
              <ns1:gd name="connsiteX9-673" fmla="*/ 0 w 6858003"/>
              <ns1:gd name="connsiteY9-674" fmla="*/ 5153108 h 7431875"/>
              <ns1:gd name="connsiteX10-675" fmla="*/ 0 w 6858003"/>
              <ns1:gd name="connsiteY10-676" fmla="*/ 5070926 h 7431875"/>
              <ns1:gd name="connsiteX11-677" fmla="*/ 0 w 6858003"/>
              <ns1:gd name="connsiteY11-678" fmla="*/ 4926504 h 7431875"/>
              <ns1:gd name="connsiteX12-679" fmla="*/ 0 w 6858003"/>
              <ns1:gd name="connsiteY12-680" fmla="*/ 4268382 h 7431875"/>
              <ns1:gd name="connsiteX13-681" fmla="*/ 0 w 6858003"/>
              <ns1:gd name="connsiteY13-682" fmla="*/ 2792159 h 7431875"/>
              <ns1:gd name="connsiteX14-683" fmla="*/ 0 w 6858003"/>
              <ns1:gd name="connsiteY14-684" fmla="*/ 2647737 h 7431875"/>
              <ns1:gd name="connsiteX15-685" fmla="*/ 0 w 6858003"/>
              <ns1:gd name="connsiteY15-686" fmla="*/ 552701 h 7431875"/>
              <ns1:gd name="connsiteX16-687" fmla="*/ 6858003 w 6858003"/>
              <ns1:gd name="connsiteY16-688" fmla="*/ 0 h 7431875"/>
              <ns1:gd name="connsiteX0-689" fmla="*/ 6858003 w 6858003"/>
              <ns1:gd name="connsiteY0-690" fmla="*/ 0 h 7431875"/>
              <ns1:gd name="connsiteX1-691" fmla="*/ 6858000 w 6858003"/>
              <ns1:gd name="connsiteY1-692" fmla="*/ 2647737 h 7431875"/>
              <ns1:gd name="connsiteX2-693" fmla="*/ 6858000 w 6858003"/>
              <ns1:gd name="connsiteY2-694" fmla="*/ 2792159 h 7431875"/>
              <ns1:gd name="connsiteX3-695" fmla="*/ 6858000 w 6858003"/>
              <ns1:gd name="connsiteY3-696" fmla="*/ 3251225 h 7431875"/>
              <ns1:gd name="connsiteX4-697" fmla="*/ 6858000 w 6858003"/>
              <ns1:gd name="connsiteY4-698" fmla="*/ 4926504 h 7431875"/>
              <ns1:gd name="connsiteX5-699" fmla="*/ 6858000 w 6858003"/>
              <ns1:gd name="connsiteY5-700" fmla="*/ 5070926 h 7431875"/>
              <ns1:gd name="connsiteX6-701" fmla="*/ 6858000 w 6858003"/>
              <ns1:gd name="connsiteY6-702" fmla="*/ 5153108 h 7431875"/>
              <ns1:gd name="connsiteX7-703" fmla="*/ 6858000 w 6858003"/>
              <ns1:gd name="connsiteY7-704" fmla="*/ 7431875 h 7431875"/>
              <ns1:gd name="connsiteX8-705" fmla="*/ 0 w 6858003"/>
              <ns1:gd name="connsiteY8-706" fmla="*/ 7431875 h 7431875"/>
              <ns1:gd name="connsiteX9-707" fmla="*/ 0 w 6858003"/>
              <ns1:gd name="connsiteY9-708" fmla="*/ 5153108 h 7431875"/>
              <ns1:gd name="connsiteX10-709" fmla="*/ 0 w 6858003"/>
              <ns1:gd name="connsiteY10-710" fmla="*/ 5070926 h 7431875"/>
              <ns1:gd name="connsiteX11-711" fmla="*/ 0 w 6858003"/>
              <ns1:gd name="connsiteY11-712" fmla="*/ 4926504 h 7431875"/>
              <ns1:gd name="connsiteX12-713" fmla="*/ 0 w 6858003"/>
              <ns1:gd name="connsiteY12-714" fmla="*/ 4268382 h 7431875"/>
              <ns1:gd name="connsiteX13-715" fmla="*/ 0 w 6858003"/>
              <ns1:gd name="connsiteY13-716" fmla="*/ 2792159 h 7431875"/>
              <ns1:gd name="connsiteX14-717" fmla="*/ 0 w 6858003"/>
              <ns1:gd name="connsiteY14-718" fmla="*/ 552701 h 7431875"/>
              <ns1:gd name="connsiteX15-719" fmla="*/ 6858003 w 6858003"/>
              <ns1:gd name="connsiteY15-720" fmla="*/ 0 h 7431875"/>
              <ns1:gd name="connsiteX0-721" fmla="*/ 6858003 w 6858003"/>
              <ns1:gd name="connsiteY0-722" fmla="*/ 0 h 7431875"/>
              <ns1:gd name="connsiteX1-723" fmla="*/ 6858000 w 6858003"/>
              <ns1:gd name="connsiteY1-724" fmla="*/ 2647737 h 7431875"/>
              <ns1:gd name="connsiteX2-725" fmla="*/ 6858000 w 6858003"/>
              <ns1:gd name="connsiteY2-726" fmla="*/ 2792159 h 7431875"/>
              <ns1:gd name="connsiteX3-727" fmla="*/ 6858000 w 6858003"/>
              <ns1:gd name="connsiteY3-728" fmla="*/ 3251225 h 7431875"/>
              <ns1:gd name="connsiteX4-729" fmla="*/ 6858000 w 6858003"/>
              <ns1:gd name="connsiteY4-730" fmla="*/ 4926504 h 7431875"/>
              <ns1:gd name="connsiteX5-731" fmla="*/ 6858000 w 6858003"/>
              <ns1:gd name="connsiteY5-732" fmla="*/ 5070926 h 7431875"/>
              <ns1:gd name="connsiteX6-733" fmla="*/ 6858000 w 6858003"/>
              <ns1:gd name="connsiteY6-734" fmla="*/ 5153108 h 7431875"/>
              <ns1:gd name="connsiteX7-735" fmla="*/ 6858000 w 6858003"/>
              <ns1:gd name="connsiteY7-736" fmla="*/ 7431875 h 7431875"/>
              <ns1:gd name="connsiteX8-737" fmla="*/ 0 w 6858003"/>
              <ns1:gd name="connsiteY8-738" fmla="*/ 7431875 h 7431875"/>
              <ns1:gd name="connsiteX9-739" fmla="*/ 0 w 6858003"/>
              <ns1:gd name="connsiteY9-740" fmla="*/ 5153108 h 7431875"/>
              <ns1:gd name="connsiteX10-741" fmla="*/ 0 w 6858003"/>
              <ns1:gd name="connsiteY10-742" fmla="*/ 5070926 h 7431875"/>
              <ns1:gd name="connsiteX11-743" fmla="*/ 0 w 6858003"/>
              <ns1:gd name="connsiteY11-744" fmla="*/ 4926504 h 7431875"/>
              <ns1:gd name="connsiteX12-745" fmla="*/ 0 w 6858003"/>
              <ns1:gd name="connsiteY12-746" fmla="*/ 4268382 h 7431875"/>
              <ns1:gd name="connsiteX13-747" fmla="*/ 0 w 6858003"/>
              <ns1:gd name="connsiteY13-748" fmla="*/ 552701 h 7431875"/>
              <ns1:gd name="connsiteX14-749" fmla="*/ 6858003 w 6858003"/>
              <ns1:gd name="connsiteY14-750" fmla="*/ 0 h 7431875"/>
              <ns1:gd name="connsiteX0-751" fmla="*/ 6858003 w 6858003"/>
              <ns1:gd name="connsiteY0-752" fmla="*/ 0 h 7431875"/>
              <ns1:gd name="connsiteX1-753" fmla="*/ 6858000 w 6858003"/>
              <ns1:gd name="connsiteY1-754" fmla="*/ 2647737 h 7431875"/>
              <ns1:gd name="connsiteX2-755" fmla="*/ 6858000 w 6858003"/>
              <ns1:gd name="connsiteY2-756" fmla="*/ 2792159 h 7431875"/>
              <ns1:gd name="connsiteX3-757" fmla="*/ 6858000 w 6858003"/>
              <ns1:gd name="connsiteY3-758" fmla="*/ 3251225 h 7431875"/>
              <ns1:gd name="connsiteX4-759" fmla="*/ 6858000 w 6858003"/>
              <ns1:gd name="connsiteY4-760" fmla="*/ 4926504 h 7431875"/>
              <ns1:gd name="connsiteX5-761" fmla="*/ 6858000 w 6858003"/>
              <ns1:gd name="connsiteY5-762" fmla="*/ 5070926 h 7431875"/>
              <ns1:gd name="connsiteX6-763" fmla="*/ 6858000 w 6858003"/>
              <ns1:gd name="connsiteY6-764" fmla="*/ 5153108 h 7431875"/>
              <ns1:gd name="connsiteX7-765" fmla="*/ 6858000 w 6858003"/>
              <ns1:gd name="connsiteY7-766" fmla="*/ 7431875 h 7431875"/>
              <ns1:gd name="connsiteX8-767" fmla="*/ 0 w 6858003"/>
              <ns1:gd name="connsiteY8-768" fmla="*/ 7431875 h 7431875"/>
              <ns1:gd name="connsiteX9-769" fmla="*/ 0 w 6858003"/>
              <ns1:gd name="connsiteY9-770" fmla="*/ 5153108 h 7431875"/>
              <ns1:gd name="connsiteX10-771" fmla="*/ 0 w 6858003"/>
              <ns1:gd name="connsiteY10-772" fmla="*/ 5070926 h 7431875"/>
              <ns1:gd name="connsiteX11-773" fmla="*/ 0 w 6858003"/>
              <ns1:gd name="connsiteY11-774" fmla="*/ 4926504 h 7431875"/>
              <ns1:gd name="connsiteX12-775" fmla="*/ 0 w 6858003"/>
              <ns1:gd name="connsiteY12-776" fmla="*/ 552701 h 7431875"/>
              <ns1:gd name="connsiteX13-777" fmla="*/ 6858003 w 6858003"/>
              <ns1:gd name="connsiteY13-778" fmla="*/ 0 h 7431875"/>
              <ns1:gd name="connsiteX0-779" fmla="*/ 6858003 w 6858003"/>
              <ns1:gd name="connsiteY0-780" fmla="*/ 0 h 7431875"/>
              <ns1:gd name="connsiteX1-781" fmla="*/ 6858000 w 6858003"/>
              <ns1:gd name="connsiteY1-782" fmla="*/ 2647737 h 7431875"/>
              <ns1:gd name="connsiteX2-783" fmla="*/ 6858000 w 6858003"/>
              <ns1:gd name="connsiteY2-784" fmla="*/ 2792159 h 7431875"/>
              <ns1:gd name="connsiteX3-785" fmla="*/ 6858000 w 6858003"/>
              <ns1:gd name="connsiteY3-786" fmla="*/ 3251225 h 7431875"/>
              <ns1:gd name="connsiteX4-787" fmla="*/ 6858000 w 6858003"/>
              <ns1:gd name="connsiteY4-788" fmla="*/ 4926504 h 7431875"/>
              <ns1:gd name="connsiteX5-789" fmla="*/ 6858000 w 6858003"/>
              <ns1:gd name="connsiteY5-790" fmla="*/ 5070926 h 7431875"/>
              <ns1:gd name="connsiteX6-791" fmla="*/ 6858000 w 6858003"/>
              <ns1:gd name="connsiteY6-792" fmla="*/ 5153108 h 7431875"/>
              <ns1:gd name="connsiteX7-793" fmla="*/ 6858000 w 6858003"/>
              <ns1:gd name="connsiteY7-794" fmla="*/ 7431875 h 7431875"/>
              <ns1:gd name="connsiteX8-795" fmla="*/ 0 w 6858003"/>
              <ns1:gd name="connsiteY8-796" fmla="*/ 7431875 h 7431875"/>
              <ns1:gd name="connsiteX9-797" fmla="*/ 0 w 6858003"/>
              <ns1:gd name="connsiteY9-798" fmla="*/ 5153108 h 7431875"/>
              <ns1:gd name="connsiteX10-799" fmla="*/ 0 w 6858003"/>
              <ns1:gd name="connsiteY10-800" fmla="*/ 5070926 h 7431875"/>
              <ns1:gd name="connsiteX11-801" fmla="*/ 0 w 6858003"/>
              <ns1:gd name="connsiteY11-802" fmla="*/ 552701 h 7431875"/>
              <ns1:gd name="connsiteX12-803" fmla="*/ 6858003 w 6858003"/>
              <ns1:gd name="connsiteY12-804" fmla="*/ 0 h 7431875"/>
              <ns1:gd name="connsiteX0-805" fmla="*/ 6858003 w 6858003"/>
              <ns1:gd name="connsiteY0-806" fmla="*/ 0 h 7431875"/>
              <ns1:gd name="connsiteX1-807" fmla="*/ 6858000 w 6858003"/>
              <ns1:gd name="connsiteY1-808" fmla="*/ 2647737 h 7431875"/>
              <ns1:gd name="connsiteX2-809" fmla="*/ 6858000 w 6858003"/>
              <ns1:gd name="connsiteY2-810" fmla="*/ 2792159 h 7431875"/>
              <ns1:gd name="connsiteX3-811" fmla="*/ 6858000 w 6858003"/>
              <ns1:gd name="connsiteY3-812" fmla="*/ 3251225 h 7431875"/>
              <ns1:gd name="connsiteX4-813" fmla="*/ 6858000 w 6858003"/>
              <ns1:gd name="connsiteY4-814" fmla="*/ 4926504 h 7431875"/>
              <ns1:gd name="connsiteX5-815" fmla="*/ 6858000 w 6858003"/>
              <ns1:gd name="connsiteY5-816" fmla="*/ 5070926 h 7431875"/>
              <ns1:gd name="connsiteX6-817" fmla="*/ 6858000 w 6858003"/>
              <ns1:gd name="connsiteY6-818" fmla="*/ 5153108 h 7431875"/>
              <ns1:gd name="connsiteX7-819" fmla="*/ 6858000 w 6858003"/>
              <ns1:gd name="connsiteY7-820" fmla="*/ 7431875 h 7431875"/>
              <ns1:gd name="connsiteX8-821" fmla="*/ 0 w 6858003"/>
              <ns1:gd name="connsiteY8-822" fmla="*/ 7431875 h 7431875"/>
              <ns1:gd name="connsiteX9-823" fmla="*/ 0 w 6858003"/>
              <ns1:gd name="connsiteY9-824" fmla="*/ 5153108 h 7431875"/>
              <ns1:gd name="connsiteX10-825" fmla="*/ 0 w 6858003"/>
              <ns1:gd name="connsiteY10-826" fmla="*/ 552701 h 7431875"/>
              <ns1:gd name="connsiteX11-827" fmla="*/ 6858003 w 6858003"/>
              <ns1:gd name="connsiteY11-828" fmla="*/ 0 h 7431875"/>
              <ns1:gd name="connsiteX0-829" fmla="*/ 6858003 w 6858003"/>
              <ns1:gd name="connsiteY0-830" fmla="*/ 0 h 7431875"/>
              <ns1:gd name="connsiteX1-831" fmla="*/ 6858000 w 6858003"/>
              <ns1:gd name="connsiteY1-832" fmla="*/ 2647737 h 7431875"/>
              <ns1:gd name="connsiteX2-833" fmla="*/ 6858000 w 6858003"/>
              <ns1:gd name="connsiteY2-834" fmla="*/ 2792159 h 7431875"/>
              <ns1:gd name="connsiteX3-835" fmla="*/ 6858000 w 6858003"/>
              <ns1:gd name="connsiteY3-836" fmla="*/ 3251225 h 7431875"/>
              <ns1:gd name="connsiteX4-837" fmla="*/ 6858000 w 6858003"/>
              <ns1:gd name="connsiteY4-838" fmla="*/ 4926504 h 7431875"/>
              <ns1:gd name="connsiteX5-839" fmla="*/ 6858000 w 6858003"/>
              <ns1:gd name="connsiteY5-840" fmla="*/ 5070926 h 7431875"/>
              <ns1:gd name="connsiteX6-841" fmla="*/ 6858000 w 6858003"/>
              <ns1:gd name="connsiteY6-842" fmla="*/ 5153108 h 7431875"/>
              <ns1:gd name="connsiteX7-843" fmla="*/ 6858000 w 6858003"/>
              <ns1:gd name="connsiteY7-844" fmla="*/ 7431875 h 7431875"/>
              <ns1:gd name="connsiteX8-845" fmla="*/ 0 w 6858003"/>
              <ns1:gd name="connsiteY8-846" fmla="*/ 7431875 h 7431875"/>
              <ns1:gd name="connsiteX9-847" fmla="*/ 0 w 6858003"/>
              <ns1:gd name="connsiteY9-848" fmla="*/ 552701 h 7431875"/>
              <ns1:gd name="connsiteX10-849" fmla="*/ 6858003 w 6858003"/>
              <ns1:gd name="connsiteY10-850" fmla="*/ 0 h 7431875"/>
              <ns1:gd name="connsiteX0-851" fmla="*/ 6858003 w 6858003"/>
              <ns1:gd name="connsiteY0-852" fmla="*/ 0 h 7431875"/>
              <ns1:gd name="connsiteX1-853" fmla="*/ 6858000 w 6858003"/>
              <ns1:gd name="connsiteY1-854" fmla="*/ 2647737 h 7431875"/>
              <ns1:gd name="connsiteX2-855" fmla="*/ 6858000 w 6858003"/>
              <ns1:gd name="connsiteY2-856" fmla="*/ 2792159 h 7431875"/>
              <ns1:gd name="connsiteX3-857" fmla="*/ 6858000 w 6858003"/>
              <ns1:gd name="connsiteY3-858" fmla="*/ 3251225 h 7431875"/>
              <ns1:gd name="connsiteX4-859" fmla="*/ 6858000 w 6858003"/>
              <ns1:gd name="connsiteY4-860" fmla="*/ 4926504 h 7431875"/>
              <ns1:gd name="connsiteX5-861" fmla="*/ 6858000 w 6858003"/>
              <ns1:gd name="connsiteY5-862" fmla="*/ 5070926 h 7431875"/>
              <ns1:gd name="connsiteX6-863" fmla="*/ 6858000 w 6858003"/>
              <ns1:gd name="connsiteY6-864" fmla="*/ 7431875 h 7431875"/>
              <ns1:gd name="connsiteX7-865" fmla="*/ 0 w 6858003"/>
              <ns1:gd name="connsiteY7-866" fmla="*/ 7431875 h 7431875"/>
              <ns1:gd name="connsiteX8-867" fmla="*/ 0 w 6858003"/>
              <ns1:gd name="connsiteY8-868" fmla="*/ 552701 h 7431875"/>
              <ns1:gd name="connsiteX9-869" fmla="*/ 6858003 w 6858003"/>
              <ns1:gd name="connsiteY9-870" fmla="*/ 0 h 7431875"/>
              <ns1:gd name="connsiteX0-871" fmla="*/ 6858003 w 6858003"/>
              <ns1:gd name="connsiteY0-872" fmla="*/ 0 h 7431875"/>
              <ns1:gd name="connsiteX1-873" fmla="*/ 6858000 w 6858003"/>
              <ns1:gd name="connsiteY1-874" fmla="*/ 2647737 h 7431875"/>
              <ns1:gd name="connsiteX2-875" fmla="*/ 6858000 w 6858003"/>
              <ns1:gd name="connsiteY2-876" fmla="*/ 2792159 h 7431875"/>
              <ns1:gd name="connsiteX3-877" fmla="*/ 6858000 w 6858003"/>
              <ns1:gd name="connsiteY3-878" fmla="*/ 3251225 h 7431875"/>
              <ns1:gd name="connsiteX4-879" fmla="*/ 6858000 w 6858003"/>
              <ns1:gd name="connsiteY4-880" fmla="*/ 4926504 h 7431875"/>
              <ns1:gd name="connsiteX5-881" fmla="*/ 6858000 w 6858003"/>
              <ns1:gd name="connsiteY5-882" fmla="*/ 7431875 h 7431875"/>
              <ns1:gd name="connsiteX6-883" fmla="*/ 0 w 6858003"/>
              <ns1:gd name="connsiteY6-884" fmla="*/ 7431875 h 7431875"/>
              <ns1:gd name="connsiteX7-885" fmla="*/ 0 w 6858003"/>
              <ns1:gd name="connsiteY7-886" fmla="*/ 552701 h 7431875"/>
              <ns1:gd name="connsiteX8-887" fmla="*/ 6858003 w 6858003"/>
              <ns1:gd name="connsiteY8-888" fmla="*/ 0 h 7431875"/>
              <ns1:gd name="connsiteX0-889" fmla="*/ 6858003 w 6858003"/>
              <ns1:gd name="connsiteY0-890" fmla="*/ 0 h 7431875"/>
              <ns1:gd name="connsiteX1-891" fmla="*/ 6858000 w 6858003"/>
              <ns1:gd name="connsiteY1-892" fmla="*/ 2647737 h 7431875"/>
              <ns1:gd name="connsiteX2-893" fmla="*/ 6858000 w 6858003"/>
              <ns1:gd name="connsiteY2-894" fmla="*/ 2792159 h 7431875"/>
              <ns1:gd name="connsiteX3-895" fmla="*/ 6858000 w 6858003"/>
              <ns1:gd name="connsiteY3-896" fmla="*/ 3251225 h 7431875"/>
              <ns1:gd name="connsiteX4-897" fmla="*/ 6858000 w 6858003"/>
              <ns1:gd name="connsiteY4-898" fmla="*/ 7431875 h 7431875"/>
              <ns1:gd name="connsiteX5-899" fmla="*/ 0 w 6858003"/>
              <ns1:gd name="connsiteY5-900" fmla="*/ 7431875 h 7431875"/>
              <ns1:gd name="connsiteX6-901" fmla="*/ 0 w 6858003"/>
              <ns1:gd name="connsiteY6-902" fmla="*/ 552701 h 7431875"/>
              <ns1:gd name="connsiteX7-903" fmla="*/ 6858003 w 6858003"/>
              <ns1:gd name="connsiteY7-904" fmla="*/ 0 h 7431875"/>
              <ns1:gd name="connsiteX0-905" fmla="*/ 6858003 w 6858003"/>
              <ns1:gd name="connsiteY0-906" fmla="*/ 0 h 7431875"/>
              <ns1:gd name="connsiteX1-907" fmla="*/ 6858000 w 6858003"/>
              <ns1:gd name="connsiteY1-908" fmla="*/ 2647737 h 7431875"/>
              <ns1:gd name="connsiteX2-909" fmla="*/ 6858000 w 6858003"/>
              <ns1:gd name="connsiteY2-910" fmla="*/ 2792159 h 7431875"/>
              <ns1:gd name="connsiteX3-911" fmla="*/ 6858000 w 6858003"/>
              <ns1:gd name="connsiteY3-912" fmla="*/ 7431875 h 7431875"/>
              <ns1:gd name="connsiteX4-913" fmla="*/ 0 w 6858003"/>
              <ns1:gd name="connsiteY4-914" fmla="*/ 7431875 h 7431875"/>
              <ns1:gd name="connsiteX5-915" fmla="*/ 0 w 6858003"/>
              <ns1:gd name="connsiteY5-916" fmla="*/ 552701 h 7431875"/>
              <ns1:gd name="connsiteX6-917" fmla="*/ 6858003 w 6858003"/>
              <ns1:gd name="connsiteY6-918" fmla="*/ 0 h 7431875"/>
              <ns1:gd name="connsiteX0-919" fmla="*/ 6858003 w 6858003"/>
              <ns1:gd name="connsiteY0-920" fmla="*/ 0 h 7431875"/>
              <ns1:gd name="connsiteX1-921" fmla="*/ 6858000 w 6858003"/>
              <ns1:gd name="connsiteY1-922" fmla="*/ 2647737 h 7431875"/>
              <ns1:gd name="connsiteX2-923" fmla="*/ 6858000 w 6858003"/>
              <ns1:gd name="connsiteY2-924" fmla="*/ 7431875 h 7431875"/>
              <ns1:gd name="connsiteX3-925" fmla="*/ 0 w 6858003"/>
              <ns1:gd name="connsiteY3-926" fmla="*/ 7431875 h 7431875"/>
              <ns1:gd name="connsiteX4-927" fmla="*/ 0 w 6858003"/>
              <ns1:gd name="connsiteY4-928" fmla="*/ 552701 h 7431875"/>
              <ns1:gd name="connsiteX5-929" fmla="*/ 6858003 w 6858003"/>
              <ns1:gd name="connsiteY5-930" fmla="*/ 0 h 7431875"/>
              <ns1:gd name="connsiteX0-931" fmla="*/ 6872517 w 6872517"/>
              <ns1:gd name="connsiteY0-932" fmla="*/ 42385 h 6879174"/>
              <ns1:gd name="connsiteX1-933" fmla="*/ 6858000 w 6872517"/>
              <ns1:gd name="connsiteY1-934" fmla="*/ 2095036 h 6879174"/>
              <ns1:gd name="connsiteX2-935" fmla="*/ 6858000 w 6872517"/>
              <ns1:gd name="connsiteY2-936" fmla="*/ 6879174 h 6879174"/>
              <ns1:gd name="connsiteX3-937" fmla="*/ 0 w 6872517"/>
              <ns1:gd name="connsiteY3-938" fmla="*/ 6879174 h 6879174"/>
              <ns1:gd name="connsiteX4-939" fmla="*/ 0 w 6872517"/>
              <ns1:gd name="connsiteY4-940" fmla="*/ 0 h 6879174"/>
              <ns1:gd name="connsiteX5-941" fmla="*/ 6872517 w 6872517"/>
              <ns1:gd name="connsiteY5-942" fmla="*/ 42385 h 6879174"/>
              <ns1:gd name="connsiteX0-943" fmla="*/ 6872520 w 6872520"/>
              <ns1:gd name="connsiteY0-944" fmla="*/ 0 h 6880332"/>
              <ns1:gd name="connsiteX1-945" fmla="*/ 6858000 w 6872520"/>
              <ns1:gd name="connsiteY1-946" fmla="*/ 2096194 h 6880332"/>
              <ns1:gd name="connsiteX2-947" fmla="*/ 6858000 w 6872520"/>
              <ns1:gd name="connsiteY2-948" fmla="*/ 6880332 h 6880332"/>
              <ns1:gd name="connsiteX3-949" fmla="*/ 0 w 6872520"/>
              <ns1:gd name="connsiteY3-950" fmla="*/ 6880332 h 6880332"/>
              <ns1:gd name="connsiteX4-951" fmla="*/ 0 w 6872520"/>
              <ns1:gd name="connsiteY4-952" fmla="*/ 1158 h 6880332"/>
              <ns1:gd name="connsiteX5-953" fmla="*/ 6872520 w 6872520"/>
              <ns1:gd name="connsiteY5-954" fmla="*/ 0 h 6880332"/>
              <ns1:gd name="connsiteX0-955" fmla="*/ 6872520 w 6872520"/>
              <ns1:gd name="connsiteY0-956" fmla="*/ 0 h 6880332"/>
              <ns1:gd name="connsiteX1-957" fmla="*/ 6858000 w 6872520"/>
              <ns1:gd name="connsiteY1-958" fmla="*/ 2096194 h 6880332"/>
              <ns1:gd name="connsiteX2-959" fmla="*/ 6858000 w 6872520"/>
              <ns1:gd name="connsiteY2-960" fmla="*/ 6880332 h 6880332"/>
              <ns1:gd name="connsiteX3-961" fmla="*/ 0 w 6872520"/>
              <ns1:gd name="connsiteY3-962" fmla="*/ 6880332 h 6880332"/>
              <ns1:gd name="connsiteX4-963" fmla="*/ 0 w 6872520"/>
              <ns1:gd name="connsiteY4-964" fmla="*/ 1158 h 6880332"/>
              <ns1:gd name="connsiteX5-965" fmla="*/ 6872520 w 6872520"/>
              <ns1:gd name="connsiteY5-966" fmla="*/ 0 h 6880332"/>
              <ns1:gd name="connsiteX0-967" fmla="*/ 6843491 w 6858000"/>
              <ns1:gd name="connsiteY0-968" fmla="*/ 202042 h 6879174"/>
              <ns1:gd name="connsiteX1-969" fmla="*/ 6858000 w 6858000"/>
              <ns1:gd name="connsiteY1-970" fmla="*/ 2095036 h 6879174"/>
              <ns1:gd name="connsiteX2-971" fmla="*/ 6858000 w 6858000"/>
              <ns1:gd name="connsiteY2-972" fmla="*/ 6879174 h 6879174"/>
              <ns1:gd name="connsiteX3-973" fmla="*/ 0 w 6858000"/>
              <ns1:gd name="connsiteY3-974" fmla="*/ 6879174 h 6879174"/>
              <ns1:gd name="connsiteX4-975" fmla="*/ 0 w 6858000"/>
              <ns1:gd name="connsiteY4-976" fmla="*/ 0 h 6879174"/>
              <ns1:gd name="connsiteX5-977" fmla="*/ 6843491 w 6858000"/>
              <ns1:gd name="connsiteY5-978" fmla="*/ 202042 h 6879174"/>
              <ns1:gd name="connsiteX0-979" fmla="*/ 6843491 w 6858000"/>
              <ns1:gd name="connsiteY0-980" fmla="*/ 202042 h 6879174"/>
              <ns1:gd name="connsiteX1-981" fmla="*/ 6858000 w 6858000"/>
              <ns1:gd name="connsiteY1-982" fmla="*/ 2095036 h 6879174"/>
              <ns1:gd name="connsiteX2-983" fmla="*/ 6858000 w 6858000"/>
              <ns1:gd name="connsiteY2-984" fmla="*/ 6879174 h 6879174"/>
              <ns1:gd name="connsiteX3-985" fmla="*/ 0 w 6858000"/>
              <ns1:gd name="connsiteY3-986" fmla="*/ 6879174 h 6879174"/>
              <ns1:gd name="connsiteX4-987" fmla="*/ 0 w 6858000"/>
              <ns1:gd name="connsiteY4-988" fmla="*/ 0 h 6879174"/>
              <ns1:gd name="connsiteX5-989" fmla="*/ 6843491 w 6858000"/>
              <ns1:gd name="connsiteY5-990" fmla="*/ 202042 h 6879174"/>
              <ns1:gd name="connsiteX0-991" fmla="*/ 6843491 w 6858000"/>
              <ns1:gd name="connsiteY0-992" fmla="*/ 202042 h 6879174"/>
              <ns1:gd name="connsiteX1-993" fmla="*/ 6858000 w 6858000"/>
              <ns1:gd name="connsiteY1-994" fmla="*/ 2095036 h 6879174"/>
              <ns1:gd name="connsiteX2-995" fmla="*/ 6858000 w 6858000"/>
              <ns1:gd name="connsiteY2-996" fmla="*/ 6879174 h 6879174"/>
              <ns1:gd name="connsiteX3-997" fmla="*/ 0 w 6858000"/>
              <ns1:gd name="connsiteY3-998" fmla="*/ 6879174 h 6879174"/>
              <ns1:gd name="connsiteX4-999" fmla="*/ 0 w 6858000"/>
              <ns1:gd name="connsiteY4-1000" fmla="*/ 0 h 6879174"/>
              <ns1:gd name="connsiteX5-1001" fmla="*/ 6843491 w 6858000"/>
              <ns1:gd name="connsiteY5-1002" fmla="*/ 202042 h 6879174"/>
              <ns1:gd name="connsiteX0-1003" fmla="*/ 6856191 w 6858000"/>
              <ns1:gd name="connsiteY0-1004" fmla="*/ 214742 h 6879174"/>
              <ns1:gd name="connsiteX1-1005" fmla="*/ 6858000 w 6858000"/>
              <ns1:gd name="connsiteY1-1006" fmla="*/ 2095036 h 6879174"/>
              <ns1:gd name="connsiteX2-1007" fmla="*/ 6858000 w 6858000"/>
              <ns1:gd name="connsiteY2-1008" fmla="*/ 6879174 h 6879174"/>
              <ns1:gd name="connsiteX3-1009" fmla="*/ 0 w 6858000"/>
              <ns1:gd name="connsiteY3-1010" fmla="*/ 6879174 h 6879174"/>
              <ns1:gd name="connsiteX4-1011" fmla="*/ 0 w 6858000"/>
              <ns1:gd name="connsiteY4-1012" fmla="*/ 0 h 6879174"/>
              <ns1:gd name="connsiteX5-1013" fmla="*/ 6856191 w 6858000"/>
              <ns1:gd name="connsiteY5-1014" fmla="*/ 214742 h 6879174"/>
              <ns1:gd name="connsiteX0-1015" fmla="*/ 6856191 w 6858000"/>
              <ns1:gd name="connsiteY0-1016" fmla="*/ 209979 h 6879174"/>
              <ns1:gd name="connsiteX1-1017" fmla="*/ 6858000 w 6858000"/>
              <ns1:gd name="connsiteY1-1018" fmla="*/ 2095036 h 6879174"/>
              <ns1:gd name="connsiteX2-1019" fmla="*/ 6858000 w 6858000"/>
              <ns1:gd name="connsiteY2-1020" fmla="*/ 6879174 h 6879174"/>
              <ns1:gd name="connsiteX3-1021" fmla="*/ 0 w 6858000"/>
              <ns1:gd name="connsiteY3-1022" fmla="*/ 6879174 h 6879174"/>
              <ns1:gd name="connsiteX4-1023" fmla="*/ 0 w 6858000"/>
              <ns1:gd name="connsiteY4-1024" fmla="*/ 0 h 6879174"/>
              <ns1:gd name="connsiteX5-1025" fmla="*/ 6856191 w 6858000"/>
              <ns1:gd name="connsiteY5-1026" fmla="*/ 209979 h 6879174"/>
              <ns1:gd name="connsiteX0-1027" fmla="*/ 6868891 w 6868891"/>
              <ns1:gd name="connsiteY0-1028" fmla="*/ 197279 h 6879174"/>
              <ns1:gd name="connsiteX1-1029" fmla="*/ 6858000 w 6868891"/>
              <ns1:gd name="connsiteY1-1030" fmla="*/ 2095036 h 6879174"/>
              <ns1:gd name="connsiteX2-1031" fmla="*/ 6858000 w 6868891"/>
              <ns1:gd name="connsiteY2-1032" fmla="*/ 6879174 h 6879174"/>
              <ns1:gd name="connsiteX3-1033" fmla="*/ 0 w 6868891"/>
              <ns1:gd name="connsiteY3-1034" fmla="*/ 6879174 h 6879174"/>
              <ns1:gd name="connsiteX4-1035" fmla="*/ 0 w 6868891"/>
              <ns1:gd name="connsiteY4-1036" fmla="*/ 0 h 6879174"/>
              <ns1:gd name="connsiteX5-1037" fmla="*/ 6868891 w 6868891"/>
              <ns1:gd name="connsiteY5-1038" fmla="*/ 197279 h 6879174"/>
              <ns1:gd name="connsiteX0-1039" fmla="*/ 6868891 w 7721392"/>
              <ns1:gd name="connsiteY0-1040" fmla="*/ 197279 h 6879174"/>
              <ns1:gd name="connsiteX1-1041" fmla="*/ 6858000 w 7721392"/>
              <ns1:gd name="connsiteY1-1042" fmla="*/ 6879174 h 6879174"/>
              <ns1:gd name="connsiteX2-1043" fmla="*/ 0 w 7721392"/>
              <ns1:gd name="connsiteY2-1044" fmla="*/ 6879174 h 6879174"/>
              <ns1:gd name="connsiteX3-1045" fmla="*/ 0 w 7721392"/>
              <ns1:gd name="connsiteY3-1046" fmla="*/ 0 h 6879174"/>
              <ns1:gd name="connsiteX4-1047" fmla="*/ 6868891 w 7721392"/>
              <ns1:gd name="connsiteY4-1048" fmla="*/ 197279 h 6879174"/>
              <ns1:gd name="connsiteX0-1049" fmla="*/ 6868891 w 7373946"/>
              <ns1:gd name="connsiteY0-1050" fmla="*/ 197279 h 6879174"/>
              <ns1:gd name="connsiteX1-1051" fmla="*/ 6858000 w 7373946"/>
              <ns1:gd name="connsiteY1-1052" fmla="*/ 6879174 h 6879174"/>
              <ns1:gd name="connsiteX2-1053" fmla="*/ 0 w 7373946"/>
              <ns1:gd name="connsiteY2-1054" fmla="*/ 6879174 h 6879174"/>
              <ns1:gd name="connsiteX3-1055" fmla="*/ 0 w 7373946"/>
              <ns1:gd name="connsiteY3-1056" fmla="*/ 0 h 6879174"/>
              <ns1:gd name="connsiteX4-1057" fmla="*/ 6868891 w 7373946"/>
              <ns1:gd name="connsiteY4-1058" fmla="*/ 197279 h 6879174"/>
              <ns1:gd name="connsiteX0-1059" fmla="*/ 6868891 w 8182025"/>
              <ns1:gd name="connsiteY0-1060" fmla="*/ 197279 h 6879174"/>
              <ns1:gd name="connsiteX1-1061" fmla="*/ 6858000 w 8182025"/>
              <ns1:gd name="connsiteY1-1062" fmla="*/ 6879174 h 6879174"/>
              <ns1:gd name="connsiteX2-1063" fmla="*/ 0 w 8182025"/>
              <ns1:gd name="connsiteY2-1064" fmla="*/ 6879174 h 6879174"/>
              <ns1:gd name="connsiteX3-1065" fmla="*/ 0 w 8182025"/>
              <ns1:gd name="connsiteY3-1066" fmla="*/ 0 h 6879174"/>
              <ns1:gd name="connsiteX4-1067" fmla="*/ 6868891 w 8182025"/>
              <ns1:gd name="connsiteY4-1068" fmla="*/ 197279 h 6879174"/>
              <ns1:gd name="connsiteX0-1069" fmla="*/ 6868891 w 8182025"/>
              <ns1:gd name="connsiteY0-1070" fmla="*/ 197279 h 6879174"/>
              <ns1:gd name="connsiteX1-1071" fmla="*/ 6858000 w 8182025"/>
              <ns1:gd name="connsiteY1-1072" fmla="*/ 6879174 h 6879174"/>
              <ns1:gd name="connsiteX2-1073" fmla="*/ 0 w 8182025"/>
              <ns1:gd name="connsiteY2-1074" fmla="*/ 6879174 h 6879174"/>
              <ns1:gd name="connsiteX3-1075" fmla="*/ 0 w 8182025"/>
              <ns1:gd name="connsiteY3-1076" fmla="*/ 0 h 6879174"/>
              <ns1:gd name="connsiteX4-1077" fmla="*/ 6868891 w 8182025"/>
              <ns1:gd name="connsiteY4-1078" fmla="*/ 197279 h 6879174"/>
              <ns1:gd name="connsiteX0-1079" fmla="*/ 6868891 w 8182025"/>
              <ns1:gd name="connsiteY0-1080" fmla="*/ 197279 h 6879174"/>
              <ns1:gd name="connsiteX1-1081" fmla="*/ 6858000 w 8182025"/>
              <ns1:gd name="connsiteY1-1082" fmla="*/ 6879174 h 6879174"/>
              <ns1:gd name="connsiteX2-1083" fmla="*/ 0 w 8182025"/>
              <ns1:gd name="connsiteY2-1084" fmla="*/ 6879174 h 6879174"/>
              <ns1:gd name="connsiteX3-1085" fmla="*/ 0 w 8182025"/>
              <ns1:gd name="connsiteY3-1086" fmla="*/ 0 h 6879174"/>
              <ns1:gd name="connsiteX4-1087" fmla="*/ 6868891 w 8182025"/>
              <ns1:gd name="connsiteY4-1088" fmla="*/ 197279 h 6879174"/>
              <ns1:gd name="connsiteX0-1089" fmla="*/ 6868891 w 8182025"/>
              <ns1:gd name="connsiteY0-1090" fmla="*/ 197279 h 6879174"/>
              <ns1:gd name="connsiteX1-1091" fmla="*/ 6858000 w 8182025"/>
              <ns1:gd name="connsiteY1-1092" fmla="*/ 6879174 h 6879174"/>
              <ns1:gd name="connsiteX2-1093" fmla="*/ 0 w 8182025"/>
              <ns1:gd name="connsiteY2-1094" fmla="*/ 6879174 h 6879174"/>
              <ns1:gd name="connsiteX3-1095" fmla="*/ 0 w 8182025"/>
              <ns1:gd name="connsiteY3-1096" fmla="*/ 0 h 6879174"/>
              <ns1:gd name="connsiteX4-1097" fmla="*/ 6868891 w 8182025"/>
              <ns1:gd name="connsiteY4-1098" fmla="*/ 197279 h 6879174"/>
              <ns1:gd name="connsiteX0-1099" fmla="*/ 6868891 w 7374082"/>
              <ns1:gd name="connsiteY0-1100" fmla="*/ 197279 h 7217839"/>
              <ns1:gd name="connsiteX1-1101" fmla="*/ 6858000 w 7374082"/>
              <ns1:gd name="connsiteY1-1102" fmla="*/ 6879174 h 7217839"/>
              <ns1:gd name="connsiteX2-1103" fmla="*/ 0 w 7374082"/>
              <ns1:gd name="connsiteY2-1104" fmla="*/ 6879174 h 7217839"/>
              <ns1:gd name="connsiteX3-1105" fmla="*/ 0 w 7374082"/>
              <ns1:gd name="connsiteY3-1106" fmla="*/ 0 h 7217839"/>
              <ns1:gd name="connsiteX4-1107" fmla="*/ 6868891 w 7374082"/>
              <ns1:gd name="connsiteY4-1108" fmla="*/ 197279 h 7217839"/>
              <ns1:gd name="connsiteX0-1109" fmla="*/ 6868891 w 7513044"/>
              <ns1:gd name="connsiteY0-1110" fmla="*/ 197279 h 6879174"/>
              <ns1:gd name="connsiteX1-1111" fmla="*/ 6858000 w 7513044"/>
              <ns1:gd name="connsiteY1-1112" fmla="*/ 6879174 h 6879174"/>
              <ns1:gd name="connsiteX2-1113" fmla="*/ 0 w 7513044"/>
              <ns1:gd name="connsiteY2-1114" fmla="*/ 6879174 h 6879174"/>
              <ns1:gd name="connsiteX3-1115" fmla="*/ 0 w 7513044"/>
              <ns1:gd name="connsiteY3-1116" fmla="*/ 0 h 6879174"/>
              <ns1:gd name="connsiteX4-1117" fmla="*/ 6868891 w 7513044"/>
              <ns1:gd name="connsiteY4-1118" fmla="*/ 197279 h 6879174"/>
              <ns1:gd name="connsiteX0-1119" fmla="*/ 6868891 w 7374082"/>
              <ns1:gd name="connsiteY0-1120" fmla="*/ 197279 h 6879174"/>
              <ns1:gd name="connsiteX1-1121" fmla="*/ 6858000 w 7374082"/>
              <ns1:gd name="connsiteY1-1122" fmla="*/ 6879174 h 6879174"/>
              <ns1:gd name="connsiteX2-1123" fmla="*/ 0 w 7374082"/>
              <ns1:gd name="connsiteY2-1124" fmla="*/ 6879174 h 6879174"/>
              <ns1:gd name="connsiteX3-1125" fmla="*/ 0 w 7374082"/>
              <ns1:gd name="connsiteY3-1126" fmla="*/ 0 h 6879174"/>
              <ns1:gd name="connsiteX4-1127" fmla="*/ 6868891 w 7374082"/>
              <ns1:gd name="connsiteY4-1128" fmla="*/ 197279 h 6879174"/>
              <ns1:gd name="connsiteX0-1129" fmla="*/ 6868891 w 6868891"/>
              <ns1:gd name="connsiteY0-1130" fmla="*/ 197279 h 6879174"/>
              <ns1:gd name="connsiteX1-1131" fmla="*/ 6858000 w 6868891"/>
              <ns1:gd name="connsiteY1-1132" fmla="*/ 6879174 h 6879174"/>
              <ns1:gd name="connsiteX2-1133" fmla="*/ 0 w 6868891"/>
              <ns1:gd name="connsiteY2-1134" fmla="*/ 6879174 h 6879174"/>
              <ns1:gd name="connsiteX3-1135" fmla="*/ 0 w 6868891"/>
              <ns1:gd name="connsiteY3-1136" fmla="*/ 0 h 6879174"/>
              <ns1:gd name="connsiteX4-1137" fmla="*/ 6868891 w 6868891"/>
              <ns1:gd name="connsiteY4-1138" fmla="*/ 197279 h 687917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6868891" h="6879174">
                <ns1:moveTo>
                  <ns1:pt x="6868891" y="197279"/>
                </ns1:moveTo>
                <ns1:cubicBezTo>
                  <ns1:pt x="6865263" y="1808265"/>
                  <ns1:pt x="6858000" y="6879174"/>
                  <ns1:pt x="6858000" y="6879174"/>
                </ns1:cubicBezTo>
                <ns1:lnTo>
                  <ns1:pt x="0" y="6879174"/>
                </ns1:lnTo>
                <ns1:lnTo>
                  <ns1:pt x="0" y="0"/>
                </ns1:lnTo>
                <ns1:cubicBezTo>
                  <ns1:pt x="2329546" y="1257529"/>
                  <ns1:pt x="4524837" y="1741029"/>
                  <ns1:pt x="6868891" y="197279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7" name="矩形 26"/>
          <ns0:cNvSpPr/>
          <ns0:nvPr/>
        </ns0:nvSpPr>
        <ns0:spPr>
          <ns1:xfrm>
            <ns1:off x="4540271" y="224643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1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8" name="矩形 27"/>
          <ns0:cNvSpPr/>
          <ns0:nvPr/>
        </ns0:nvSpPr>
        <ns0:spPr>
          <ns1:xfrm>
            <ns1:off x="4887595" y="2209165"/>
            <ns1:ext cx="103187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系统概述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9" name="矩形 28"/>
          <ns0:cNvSpPr/>
          <ns0:nvPr/>
        </ns0:nvSpPr>
        <ns0:spPr>
          <ns1:xfrm>
            <ns1:off x="4540271" y="2627717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2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0" name="矩形 29"/>
          <ns0:cNvSpPr/>
          <ns0:nvPr/>
        </ns0:nvSpPr>
        <ns0:spPr>
          <ns1:xfrm>
            <ns1:off x="4887372" y="259709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1" name="文本框 30"/>
          <ns0:cNvSpPr txBox="1"/>
          <ns0:nvPr/>
        </ns0:nvSpPr>
        <ns0:spPr>
          <ns1:xfrm>
            <ns1:off x="4444553" y="1142128"/>
            <ns1:ext cx="2885886" cy="923330"/>
          </ns1:xfrm>
          <ns1:prstGeom prst="rect">
            <ns1:avLst/>
          </ns1:prstGeom>
          <ns1:solidFill>
            <ns1:schemeClr val="bg1">
              <ns1:alpha val="0"/>
            </ns1:schemeClr>
          </ns1:solidFill>
        </ns0:spPr>
        <ns0:txBody>
          <ns1:bodyPr wrap="square">
            <ns1:spAutoFit/>
          </ns1:bodyPr>
          <ns1:lstStyle>
            <ns1:lvl1pPr eaLnBrk="0" hangingPunct="0">
              <ns1:defRPr sz="280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j-cs"/>
              </ns1:defRPr>
            </ns1:lvl1pPr>
            <ns1:lvl2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2pPr>
            <ns1:lvl3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3pPr>
            <ns1:lvl4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4pPr>
            <ns1:lvl5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5pPr>
            <ns1:lvl6pPr marL="4572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6pPr>
            <ns1:lvl7pPr marL="9144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7pPr>
            <ns1:lvl8pPr marL="13716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8pPr>
            <ns1:lvl9pPr marL="18288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9pPr>
          </ns1:lstStyle>
          <ns1:p>
            <ns1:r>
              <ns1:rPr lang="zh-CN" altLang="en-US" sz="2700" dirty="0">
                <ns1:sym typeface="微软雅黑" panose="020B0503020204020204" pitchFamily="34" charset="-122"/>
              </ns1:rPr>
              <ns1:t>目录 </ns1:t>
            </ns1:r>
            <ns1:r>
              <ns1:rPr lang="en-US" altLang="zh-CN" sz="2700" dirty="0">
                <ns1:sym typeface="微软雅黑" panose="020B0503020204020204" pitchFamily="34" charset="-122"/>
              </ns1:rPr>
              <ns1:t>| CONTENT</ns1:t>
            </ns1:r>
            <ns1:endParaRPr lang="en-US" altLang="zh-CN" sz="2700" dirty="0">
              <ns1:sym typeface="微软雅黑" panose="020B0503020204020204" pitchFamily="34" charset="-122"/>
            </ns1:endParaRPr>
          </ns1:p>
        </ns0:txBody>
      </ns0:sp>
      <ns0:pic>
        <ns0:nvPicPr>
          <ns0:cNvPr id="32" name="图片 31"/>
          <ns0:cNvPicPr/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7429500" y="619125"/>
            <ns1:ext cx="1047750" cy="1047750"/>
          </ns1:xfrm>
          <ns1:prstGeom prst="rect">
            <ns1:avLst/>
          </ns1:prstGeom>
        </ns0:spPr>
      </ns0:pic>
      <ns0:sp>
        <ns0:nvSpPr>
          <ns0:cNvPr id="34" name="矩形 33"/>
          <ns0:cNvSpPr/>
          <ns0:nvPr/>
        </ns0:nvSpPr>
        <ns0:spPr>
          <ns1:xfrm>
            <ns1:off x="4540271" y="3008072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3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6" name="矩形 35"/>
          <ns0:cNvSpPr/>
          <ns0:nvPr/>
        </ns0:nvSpPr>
        <ns0:spPr>
          <ns1:xfrm>
            <ns1:off x="4887595" y="2977515"/>
            <ns1:ext cx="158051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页面与功能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7" name="矩形 36"/>
          <ns0:cNvSpPr/>
          <ns0:nvPr/>
        </ns0:nvSpPr>
        <ns0:spPr>
          <ns1:xfrm>
            <ns1:off x="4540271" y="3371453"/>
            <ns1:ext cx="237601" cy="237601"/>
          </ns1:xfrm>
          <ns1:prstGeom prst="rect">
            <ns1:avLst/>
          </ns1:prstGeom>
          <ns1:solidFill>
            <ns1:schemeClr val="accent1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4</ns1:t>
            </ns1:r>
            <ns1:endParaRPr lang="en-US" altLang="zh-CN" sz="1500" b="1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0" name="矩形 39"/>
          <ns0:cNvSpPr/>
          <ns0:nvPr/>
        </ns0:nvSpPr>
        <ns0:spPr>
          <ns1:xfrm>
            <ns1:off x="4540270" y="374767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5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1" name="矩形 40"/>
          <ns0:cNvSpPr/>
          <ns0:nvPr/>
        </ns0:nvSpPr>
        <ns0:spPr>
          <ns1:xfrm>
            <ns1:off x="4887595" y="3329305"/>
            <ns1:ext cx="139001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标准操作流程</ns1:t>
            </ns1:r>
            <ns1:endParaRPr lang="zh-CN" altLang="en-US" sz="1500" b="1" dirty="0">
              <ns1:solidFill>
                <ns1:schemeClr val="accent1"/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2" name="矩形 41"/>
          <ns0:cNvSpPr/>
          <ns0:nvPr/>
        </ns0:nvSpPr>
        <ns0:spPr>
          <ns1:xfrm>
            <ns1:off x="4887595" y="3705225"/>
            <ns1:ext cx="1993900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状态说明与常见问题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3" name="矩形 42"/>
          <ns0:cNvSpPr/>
          <ns0:nvPr/>
        </ns0:nvSpPr>
        <ns0:spPr>
          <ns1:xfrm>
            <ns1:off x="4540270" y="416360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6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5" name="矩形 44"/>
          <ns0:cNvSpPr/>
          <ns0:nvPr/>
        </ns0:nvSpPr>
        <ns0:spPr>
          <ns1:xfrm>
            <ns1:off x="4887595" y="4121150"/>
            <ns1:ext cx="635000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培训总结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6" name="矩形 45"/>
          <ns0:cNvSpPr/>
          <ns0:nvPr/>
        </ns0:nvSpPr>
        <ns0:spPr>
          <ns1:xfrm>
            <ns1:off x="4898390" y="2593340"/>
            <ns1:ext cx="100520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系统与硬件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</ns0:spTree>
  </ns0:cSld>
  <ns0:clrMapOvr>
    <ns1:masterClrMapping/>
  </ns0:clrMapOvr>
  <ns4:AlternateContent>
    <ns4:Choice Requires="p14">
      <ns0:transition spd="med" ns5:dur="700">
        <ns0:fade/>
      </ns0:transition>
    </ns4:Choice>
    <ns4:Fallback>
      <ns0:transition spd="med">
        <ns0:fade/>
      </ns0:transition>
    </ns4:Fallback>
  </ns4:AlternateContent>
</ns0:sld>
</file>

<file path=ppt/slides/slide19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3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5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标准操作演示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grpSp>
        <ns0:nvGrpSpPr>
          <ns0:cNvPr id="11" name="组合 10"/>
          <ns0:cNvGrpSpPr/>
          <ns0:nvPr/>
        </ns0:nvGrpSpPr>
        <ns0:grpSpPr>
          <ns1:xfrm rot="0">
            <ns1:off x="2131060" y="1475105"/>
            <ns1:ext cx="2978688" cy="2971006"/>
            <ns1:chOff x="4455" y="1234"/>
            <ns1:chExt cx="5541" cy="5658"/>
          </ns1:xfrm>
        </ns0:grpSpPr>
        <ns0:pic>
          <ns0:nvPicPr>
            <ns0:cNvPr id="4" name="图片 3"/>
            <ns0:cNvPicPr>
              <ns1:picLocks noChangeAspect="1"/>
            </ns0:cNvPicPr>
            <ns0:nvPr/>
          </ns0:nvPicPr>
          <ns0:blipFill>
            <ns1:blip ns2:embed="rId1"/>
            <ns1:stretch>
              <ns1:fillRect/>
            </ns1:stretch>
          </ns0:blipFill>
          <ns0:spPr>
            <ns1:xfrm>
              <ns1:off x="4455" y="1234"/>
              <ns1:ext cx="5540" cy="2757"/>
            </ns1:xfrm>
            <ns1:prstGeom prst="rect">
              <ns1:avLst/>
            </ns1:prstGeom>
          </ns0:spPr>
        </ns0:pic>
        <ns0:pic>
          <ns0:nvPicPr>
            <ns0:cNvPr id="5" name="图片 4"/>
            <ns0:cNvPicPr>
              <ns1:picLocks noChangeAspect="1"/>
            </ns0:cNvPicPr>
            <ns0:nvPr/>
          </ns0:nvPicPr>
          <ns0:blipFill>
            <ns1:blip ns2:embed="rId2"/>
            <ns1:stretch>
              <ns1:fillRect/>
            </ns1:stretch>
          </ns0:blipFill>
          <ns0:spPr>
            <ns1:xfrm>
              <ns1:off x="4455" y="4247"/>
              <ns1:ext cx="5541" cy="2645"/>
            </ns1:xfrm>
            <ns1:prstGeom prst="rect">
              <ns1:avLst/>
            </ns1:prstGeom>
          </ns0:spPr>
        </ns0:pic>
      </ns0:grpSp>
      <ns0:grpSp>
        <ns0:nvGrpSpPr>
          <ns0:cNvPr id="29" name="组合 28"/>
          <ns0:cNvGrpSpPr/>
          <ns0:nvPr/>
        </ns0:nvGrpSpPr>
        <ns0:grpSpPr>
          <ns1:xfrm>
            <ns1:off x="5858510" y="2142682"/>
            <ns1:ext cx="1681337" cy="1271447"/>
            <ns1:chOff x="10854" y="3549"/>
            <ns1:chExt cx="3421" cy="2655"/>
          </ns1:xfrm>
        </ns0:grpSpPr>
        <ns0:pic>
          <ns0:nvPicPr>
            <ns0:cNvPr id="20" name="图片 19"/>
            <ns0:cNvPicPr>
              <ns1:picLocks noChangeAspect="1"/>
            </ns0:cNvPicPr>
            <ns0:nvPr/>
          </ns0:nvPicPr>
          <ns0:blipFill>
            <ns1:blip ns2:embed="rId3"/>
            <ns1:stretch>
              <ns1:fillRect/>
            </ns1:stretch>
          </ns0:blipFill>
          <ns0:spPr>
            <ns1:xfrm>
              <ns1:off x="11754" y="3549"/>
              <ns1:ext cx="1620" cy="1582"/>
            </ns1:xfrm>
            <ns1:prstGeom prst="rect">
              <ns1:avLst/>
            </ns1:prstGeom>
          </ns0:spPr>
        </ns0:pic>
        <ns0:sp>
          <ns0:nvSpPr>
            <ns0:cNvPr id="21" name="文本框 20"/>
            <ns0:cNvSpPr txBox="1"/>
            <ns0:nvPr/>
          </ns0:nvSpPr>
          <ns0:spPr>
            <ns1:xfrm>
              <ns1:off x="10854" y="5150"/>
              <ns1:ext cx="3421" cy="1054"/>
            </ns1:xfrm>
            <ns1:prstGeom prst="rect">
              <ns1:avLst/>
            </ns1:prstGeom>
            <ns1:noFill/>
          </ns0:spPr>
          <ns0:txBody>
            <ns1:bodyPr wrap="square" rtlCol="0">
              <ns1:noAutofit/>
            </ns1:bodyPr>
            <ns1:p>
              <ns1:pPr algn="ctr"/>
              <ns1:r>
                <ns1:rPr lang="zh-CN" altLang="en-US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</ns1:rPr>
                <ns1:t>第一步：</ns1:t>
              </ns1:r>
              <ns1:r>
                <ns1:rPr lang="en-US" altLang="zh-CN" sz="1400">
                  <ns1:latin typeface="Times New Roman" panose="02020603050405020304" charset="0"/>
                  <ns1:cs typeface="Times New Roman" panose="02020603050405020304" charset="0"/>
                </ns1:rPr>
                <ns1:t>检查设备</ns1:t>
              </ns1:r>
              <ns1:endParaRPr lang="en-US" altLang="zh-CN" sz="1400">
                <ns1:latin typeface="Times New Roman" panose="02020603050405020304" charset="0"/>
                <ns1:cs typeface="Times New Roman" panose="02020603050405020304" charset="0"/>
              </ns1:endParaRPr>
            </ns1:p>
            <ns1:p>
              <ns1:pPr algn="ctr"/>
              <ns1:r>
                <ns1:rPr lang="zh-CN" altLang="en-US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</ns1:rPr>
                <ns1:t>电源、麦克风、屏幕、网络</ns1:t>
              </ns1:r>
              <ns1:endParaRPr lang="zh-CN" altLang="en-US" sz="1400">
                <ns1:latin typeface="宋体" panose="02010600030101010101" pitchFamily="2" charset="-122"/>
                <ns1:ea typeface="宋体" panose="02010600030101010101" pitchFamily="2" charset="-122"/>
                <ns1:cs typeface="Times New Roman" panose="02020603050405020304" charset="0"/>
              </ns1:endParaRPr>
            </ns1:p>
          </ns0:txBody>
        </ns0:sp>
      </ns0:grpSp>
      <ns0:grpSp>
        <ns0:nvGrpSpPr>
          <ns0:cNvPr id="30" name="组合 29"/>
          <ns0:cNvGrpSpPr/>
          <ns0:nvPr/>
        </ns0:nvGrpSpPr>
        <ns0:grpSpPr>
          <ns1:xfrm>
            <ns1:off x="5774055" y="3448685"/>
            <ns1:ext cx="2171065" cy="1319530"/>
            <ns1:chOff x="11220" y="5928"/>
            <ns1:chExt cx="3419" cy="2078"/>
          </ns1:xfrm>
        </ns0:grpSpPr>
        <ns0:pic>
          <ns0:nvPicPr>
            <ns0:cNvPr id="19" name="图片 18"/>
            <ns0:cNvPicPr>
              <ns1:picLocks noChangeAspect="1"/>
            </ns0:cNvPicPr>
            <ns0:nvPr/>
          </ns0:nvPicPr>
          <ns0:blipFill>
            <ns1:blip ns2:embed="rId4"/>
            <ns1:stretch>
              <ns1:fillRect/>
            </ns1:stretch>
          </ns0:blipFill>
          <ns0:spPr>
            <ns1:xfrm>
              <ns1:off x="11751" y="5928"/>
              <ns1:ext cx="1755" cy="1290"/>
            </ns1:xfrm>
            <ns1:prstGeom prst="rect">
              <ns1:avLst/>
            </ns1:prstGeom>
          </ns0:spPr>
        </ns0:pic>
        <ns0:sp>
          <ns0:nvSpPr>
            <ns0:cNvPr id="22" name="文本框 21"/>
            <ns0:cNvSpPr txBox="1"/>
            <ns0:nvPr/>
          </ns0:nvSpPr>
          <ns0:spPr>
            <ns1:xfrm>
              <ns1:off x="11220" y="7199"/>
              <ns1:ext cx="3419" cy="807"/>
            </ns1:xfrm>
            <ns1:prstGeom prst="rect">
              <ns1:avLst/>
            </ns1:prstGeom>
            <ns1:noFill/>
          </ns0:spPr>
          <ns0:txBody>
            <ns1:bodyPr wrap="square" rtlCol="0">
              <ns1:noAutofit/>
            </ns1:bodyPr>
            <ns1:p>
              <ns1:pPr algn="ctr"/>
              <ns1:r>
                <ns1:rPr lang="zh-CN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  <ns1:sym typeface="+mn-ea"/>
                </ns1:rPr>
                <ns1:t>第二步：进入主页</ns1:t>
              </ns1:r>
              <ns1:endParaRPr lang="zh-CN" sz="1400">
                <ns1:latin typeface="Times New Roman" panose="02020603050405020304" charset="0"/>
                <ns1:cs typeface="Times New Roman" panose="02020603050405020304" charset="0"/>
              </ns1:endParaRPr>
            </ns1:p>
            <ns1:p>
              <ns1:pPr algn="ctr"/>
              <ns1:r>
                <ns1:rPr lang="zh-CN" altLang="en-US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</ns1:rPr>
                <ns1:t>第三步：点击“开始采集”</ns1:t>
              </ns1:r>
              <ns1:r>
                <ns1:rPr lang="en-US" altLang="zh-CN" sz="1400">
                  <ns1:latin typeface="Times New Roman" panose="02020603050405020304" charset="0"/>
                  <ns1:cs typeface="Times New Roman" panose="02020603050405020304" charset="0"/>
                </ns1:rPr>
                <ns1:t>第四步：讲话并看实时结果</ns1:t>
              </ns1:r>
              <ns1:endParaRPr lang="zh-CN" altLang="en-US" sz="1400">
                <ns1:latin typeface="Times New Roman" panose="02020603050405020304" charset="0"/>
                <ns1:cs typeface="Times New Roman" panose="02020603050405020304" charset="0"/>
              </ns1:endParaRPr>
            </ns1:p>
          </ns0:txBody>
        </ns0:sp>
      </ns0:grpSp>
      <ns0:grpSp>
        <ns0:nvGrpSpPr>
          <ns0:cNvPr id="27" name="组合 26"/>
          <ns0:cNvGrpSpPr/>
          <ns0:nvPr/>
        </ns0:nvGrpSpPr>
        <ns0:grpSpPr>
          <ns1:xfrm>
            <ns1:off x="5639435" y="1167130"/>
            <ns1:ext cx="2185670" cy="854710"/>
            <ns1:chOff x="10980" y="1381"/>
            <ns1:chExt cx="3442" cy="1346"/>
          </ns1:xfrm>
        </ns0:grpSpPr>
        <ns0:pic>
          <ns0:nvPicPr>
            <ns0:cNvPr id="10" name="图片 9"/>
            <ns0:cNvPicPr>
              <ns1:picLocks noChangeAspect="1"/>
            </ns0:cNvPicPr>
            <ns0:nvPr/>
          </ns0:nvPicPr>
          <ns0:blipFill>
            <ns1:blip ns2:embed="rId5"/>
            <ns1:stretch>
              <ns1:fillRect/>
            </ns1:stretch>
          </ns0:blipFill>
          <ns0:spPr>
            <ns1:xfrm>
              <ns1:off x="11973" y="1381"/>
              <ns1:ext cx="1303" cy="912"/>
            </ns1:xfrm>
            <ns1:prstGeom prst="rect">
              <ns1:avLst/>
            </ns1:prstGeom>
          </ns0:spPr>
        </ns0:pic>
        <ns0:sp>
          <ns0:nvSpPr>
            <ns0:cNvPr id="23" name="文本框 22"/>
            <ns0:cNvSpPr txBox="1"/>
            <ns0:nvPr/>
          </ns0:nvSpPr>
          <ns0:spPr>
            <ns1:xfrm>
              <ns1:off x="10980" y="2321"/>
              <ns1:ext cx="3442" cy="406"/>
            </ns1:xfrm>
            <ns1:prstGeom prst="rect">
              <ns1:avLst/>
            </ns1:prstGeom>
            <ns1:noFill/>
          </ns0:spPr>
          <ns0:txBody>
            <ns1:bodyPr wrap="square" rtlCol="0">
              <ns1:noAutofit/>
            </ns1:bodyPr>
            <ns1:p>
              <ns1:pPr algn="ctr"/>
              <ns1:r>
                <ns1:rPr lang="zh-CN" sz="1400">
                  <ns1:latin typeface="宋体" panose="02010600030101010101" pitchFamily="2" charset="-122"/>
                  <ns1:ea typeface="宋体" panose="02010600030101010101" pitchFamily="2" charset="-122"/>
                  <ns1:cs typeface="Times New Roman" panose="02020603050405020304" charset="0"/>
                </ns1:rPr>
                <ns1:t>第五步：点击“停止采集”</ns1:t>
              </ns1:r>
              <ns1:endParaRPr lang="zh-CN" sz="1400">
                <ns1:latin typeface="Times New Roman" panose="02020603050405020304" charset="0"/>
                <ns1:cs typeface="Times New Roman" panose="02020603050405020304" charset="0"/>
              </ns1:endParaRPr>
            </ns1:p>
          </ns0:txBody>
        </ns0:sp>
      </ns0:grpSp>
      <ns0:cxnSp>
        <ns0:nvCxnSpPr>
          <ns0:cNvPr id="24" name="直接连接符 23"/>
          <ns0:cNvCxnSpPr/>
          <ns0:nvPr/>
        </ns0:nvCxnSpPr>
        <ns0:spPr>
          <ns1:xfrm flipV="1">
            <ns1:off x="3185160" y="1365885"/>
            <ns1:ext cx="292100" cy="137795"/>
          </ns1:xfrm>
          <ns1:prstGeom prst="line">
            <ns1:avLst/>
          </ns1:prstGeom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cxnSp>
        <ns0:nvCxnSpPr>
          <ns0:cNvPr id="25" name="直接连接符 24"/>
          <ns0:cNvCxnSpPr/>
          <ns0:nvPr/>
        </ns0:nvCxnSpPr>
        <ns0:spPr>
          <ns1:xfrm>
            <ns1:off x="3477260" y="1365885"/>
            <ns1:ext cx="2658110" cy="0"/>
          </ns1:xfrm>
          <ns1:prstGeom prst="line">
            <ns1:avLst/>
          </ns1:prstGeom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8" name="椭圆 27"/>
          <ns0:cNvSpPr/>
          <ns0:nvPr/>
        </ns0:nvSpPr>
        <ns0:spPr>
          <ns1:xfrm>
            <ns1:off x="6135370" y="1317625"/>
            <ns1:ext cx="76200" cy="76200"/>
          </ns1:xfrm>
          <ns1:prstGeom prst="ellipse">
            <ns1:avLst/>
          </ns1:prstGeom>
          <ns1:ln>
            <ns1:noFill/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grpSp>
        <ns0:nvGrpSpPr>
          <ns0:cNvPr id="43" name="组合 42"/>
          <ns0:cNvGrpSpPr/>
          <ns0:nvPr/>
        </ns0:nvGrpSpPr>
        <ns0:grpSpPr>
          <ns1:xfrm>
            <ns1:off x="4897120" y="2138045"/>
            <ns1:ext cx="1268730" cy="465455"/>
            <ns1:chOff x="8411" y="3509"/>
            <ns1:chExt cx="1998" cy="733"/>
          </ns1:xfrm>
        </ns0:grpSpPr>
        <ns0:cxnSp>
          <ns0:nvCxnSpPr>
            <ns0:cNvPr id="34" name="直接连接符 33"/>
            <ns0:cNvCxnSpPr/>
            <ns0:nvPr/>
          </ns0:nvCxnSpPr>
          <ns0:spPr>
            <ns1:xfrm>
              <ns1:off x="8411" y="3509"/>
              <ns1:ext cx="884" cy="683"/>
            </ns1:xfrm>
            <ns1:prstGeom prst="line">
              <ns1:avLst/>
            </ns1:prstGeom>
          </ns0:spPr>
          <ns0:style>
            <ns1:lnRef idx="2">
              <ns1:schemeClr val="accent1"/>
            </ns1:lnRef>
            <ns1:fillRef idx="0">
              <ns1:srgbClr val="FFFFFF"/>
            </ns1:fillRef>
            <ns1:effectRef idx="0">
              <ns1:srgbClr val="FFFFFF"/>
            </ns1:effectRef>
            <ns1:fontRef idx="minor">
              <ns1:schemeClr val="tx1"/>
            </ns1:fontRef>
          </ns0:style>
        </ns0:cxnSp>
        <ns0:grpSp>
          <ns0:nvGrpSpPr>
            <ns0:cNvPr id="37" name="组合 36"/>
            <ns0:cNvGrpSpPr/>
            <ns0:nvPr/>
          </ns0:nvGrpSpPr>
          <ns0:grpSpPr>
            <ns1:xfrm>
              <ns1:off x="9263" y="4122"/>
              <ns1:ext cx="1146" cy="120"/>
              <ns1:chOff x="10557" y="3588"/>
              <ns1:chExt cx="1146" cy="120"/>
            </ns1:xfrm>
          </ns0:grpSpPr>
          <ns0:sp>
            <ns0:nvSpPr>
              <ns0:cNvPr id="35" name="椭圆 34"/>
              <ns0:cNvSpPr/>
              <ns0:nvPr/>
            </ns0:nvSpPr>
            <ns0:spPr>
              <ns1:xfrm>
                <ns1:off x="11583" y="3588"/>
                <ns1:ext cx="120" cy="120"/>
              </ns1:xfrm>
              <ns1:prstGeom prst="ellipse">
                <ns1:avLst/>
              </ns1:prstGeom>
              <ns1:ln>
                <ns1:noFill/>
              </ns1:ln>
            </ns0:spPr>
            <ns0:style>
              <ns1:lnRef idx="2">
                <ns1:schemeClr val="accent1">
                  <ns1:lumMod val="75000"/>
                </ns1:schemeClr>
              </ns1:lnRef>
              <ns1:fillRef idx="1">
                <ns1:schemeClr val="accent1"/>
              </ns1:fillRef>
              <ns1:effectRef idx="0">
                <ns1:srgbClr val="FFFFFF"/>
              </ns1:effectRef>
              <ns1:fontRef idx="minor">
                <ns1:schemeClr val="lt1"/>
              </ns1:fontRef>
            </ns0:style>
            <ns0:txBody>
              <ns1:bodyPr rtlCol="0" anchor="ctr"/>
              <ns1:p>
                <ns1:pPr algn="ctr"/>
                <ns1:endParaRPr lang="zh-CN" altLang="en-US"/>
              </ns1:p>
            </ns0:txBody>
          </ns0:sp>
          <ns0:cxnSp>
            <ns0:nvCxnSpPr>
              <ns0:cNvPr id="36" name="直接连接符 35"/>
              <ns0:cNvCxnSpPr/>
              <ns0:nvPr/>
            </ns0:nvCxnSpPr>
            <ns0:spPr>
              <ns1:xfrm flipV="1">
                <ns1:off x="10557" y="3648"/>
                <ns1:ext cx="1082" cy="2"/>
              </ns1:xfrm>
              <ns1:prstGeom prst="line">
                <ns1:avLst/>
              </ns1:prstGeom>
            </ns0:spPr>
            <ns0:style>
              <ns1:lnRef idx="2">
                <ns1:schemeClr val="accent1"/>
              </ns1:lnRef>
              <ns1:fillRef idx="0">
                <ns1:srgbClr val="FFFFFF"/>
              </ns1:fillRef>
              <ns1:effectRef idx="0">
                <ns1:srgbClr val="FFFFFF"/>
              </ns1:effectRef>
              <ns1:fontRef idx="minor">
                <ns1:schemeClr val="tx1"/>
              </ns1:fontRef>
            </ns0:style>
          </ns0:cxnSp>
        </ns0:grpSp>
      </ns0:grpSp>
      <ns0:cxnSp>
        <ns0:nvCxnSpPr>
          <ns0:cNvPr id="40" name="直接连接符 39"/>
          <ns0:cNvCxnSpPr>
            <ns1:endCxn id="41" idx="2"/>
          </ns0:cNvCxnSpPr>
          <ns0:nvPr/>
        </ns0:nvCxnSpPr>
        <ns0:spPr>
          <ns1:xfrm>
            <ns1:off x="4791075" y="3872230"/>
            <ns1:ext cx="1258570" cy="1905"/>
          </ns1:xfrm>
          <ns1:prstGeom prst="line">
            <ns1:avLst/>
          </ns1:prstGeom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41" name="椭圆 40"/>
          <ns0:cNvSpPr/>
          <ns0:nvPr/>
        </ns0:nvSpPr>
        <ns0:spPr>
          <ns1:xfrm>
            <ns1:off x="6049645" y="3836035"/>
            <ns1:ext cx="76200" cy="76200"/>
          </ns1:xfrm>
          <ns1:prstGeom prst="ellipse">
            <ns1:avLst/>
          </ns1:prstGeom>
          <ns1:ln>
            <ns1:noFill/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文本框 43"/>
          <ns0:cNvSpPr txBox="1"/>
          <ns0:nvPr/>
        </ns0:nvSpPr>
        <ns0:spPr>
          <ns1:xfrm>
            <ns1:off x="2131060" y="647700"/>
            <ns1:ext cx="3048000" cy="36830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p>
            <ns1:pPr algn="ctr"/>
            <ns1:r>
              <ns1:rPr lang="zh-CN" altLang="en-US" b="1">
                <ns1:latin typeface="宋体" panose="02010600030101010101" pitchFamily="2" charset="-122"/>
                <ns1:ea typeface="宋体" panose="02010600030101010101" pitchFamily="2" charset="-122"/>
              </ns1:rPr>
              <ns1:t>现场演示建议</ns1:t>
            </ns1:r>
            <ns1:endParaRPr lang="zh-CN" altLang="en-US" b="1">
              <ns1:latin typeface="宋体" panose="02010600030101010101" pitchFamily="2" charset="-122"/>
              <ns1:ea typeface="宋体" panose="02010600030101010101" pitchFamily="2" charset="-122"/>
            </ns1:endParaRPr>
          </ns1:p>
        </ns0:txBody>
      </ns0:sp>
      <ns0:sp>
        <ns0:nvSpPr>
          <ns0:cNvPr id="45" name="文本框 44"/>
          <ns0:cNvSpPr txBox="1"/>
          <ns0:nvPr/>
        </ns0:nvSpPr>
        <ns0:spPr>
          <ns1:xfrm>
            <ns1:off x="5774055" y="647700"/>
            <ns1:ext cx="1697990" cy="36830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p>
            <ns1:pPr algn="ctr"/>
            <ns1:r>
              <ns1:rPr lang="zh-CN" altLang="en-US" b="1">
                <ns1:latin typeface="宋体" panose="02010600030101010101" pitchFamily="2" charset="-122"/>
                <ns1:ea typeface="宋体" panose="02010600030101010101" pitchFamily="2" charset="-122"/>
              </ns1:rPr>
              <ns1:t>先做正常流程，再演示一次“未知说话人/转发失败”</ns1:t>
            </ns1:r>
            <ns1:endParaRPr lang="zh-CN" altLang="en-US" b="1">
              <ns1:latin typeface="宋体" panose="02010600030101010101" pitchFamily="2" charset="-122"/>
              <ns1:ea typeface="宋体" panose="02010600030101010101" pitchFamily="2" charset="-122"/>
            </ns1:endParaRPr>
          </ns1:p>
        </ns0:txBody>
      </ns0:sp>
    </ns0:spTree>
  </ns0:cSld>
  <ns0:clrMapOvr>
    <ns1:masterClrMapping/>
  </ns0:clrMapOvr>
  <ns3:AlternateContent>
    <ns3:Choice Requires="p14">
      <ns0:transition spd="slow" ns4:dur="2000" advTm="22878"/>
    </ns3:Choice>
    <ns3:Fallback>
      <ns0:transition spd="slow" advTm="22878"/>
    </ns3:Fallback>
  </ns3:AlternateContent>
</ns0:sld>
</file>

<file path=ppt/slides/slide20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openxmlformats.org/markup-compatibility/2006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 bwMode="auto">
          <ns1:xfrm>
            <ns1:off x="2" y="0"/>
            <ns1:ext cx="4419601" cy="5143500"/>
          </ns1:xfrm>
          <ns1:prstGeom prst="rect">
            <ns1:avLst/>
          </ns1:prstGeom>
          <ns1:solidFill>
            <ns1:schemeClr val="accent1">
              <ns1:alpha val="8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" name="矩形 3"/>
          <ns0:cNvSpPr/>
          <ns0:nvPr/>
        </ns0:nvSpPr>
        <ns0:spPr bwMode="auto">
          <ns1:xfrm rot="5400000" flipV="1">
            <ns1:off x="1402556" y="-1402554"/>
            <ns1:ext cx="928688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12" name="矩形 11"/>
          <ns0:cNvSpPr/>
          <ns0:nvPr/>
        </ns0:nvSpPr>
        <ns0:spPr bwMode="auto">
          <ns1:xfrm rot="5400000">
            <ns1:off x="1409697" y="2819402"/>
            <ns1:ext cx="914401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grpSp>
        <ns0:nvGrpSpPr>
          <ns0:cNvPr id="15" name="组合 14"/>
          <ns0:cNvGrpSpPr/>
          <ns0:nvPr/>
        </ns0:nvGrpSpPr>
        <ns0:grpSpPr>
          <ns1:xfrm>
            <ns1:off x="1143000" y="802670"/>
            <ns1:ext cx="2065538" cy="3485243"/>
            <ns1:chOff x="0" y="1111187"/>
            <ns1:chExt cx="2754050" cy="4646991"/>
          </ns1:xfrm>
        </ns0:grpSpPr>
        <ns0:sp>
          <ns0:nvSpPr>
            <ns0:cNvPr id="16" name="椭圆 15"/>
            <ns0:cNvSpPr/>
            <ns0:nvPr/>
          </ns0:nvSpPr>
          <ns0:spPr>
            <ns1:xfrm>
              <ns1:off x="2450246" y="4863799"/>
              <ns1:ext cx="200570" cy="200570"/>
            </ns1:xfrm>
            <ns1:prstGeom prst="ellipse">
              <ns1:avLst/>
            </ns1:prstGeom>
            <ns1:solidFill>
              <ns1:schemeClr val="bg1">
                <ns1:alpha val="26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7" name="椭圆 16"/>
            <ns0:cNvSpPr/>
            <ns0:nvPr/>
          </ns0:nvSpPr>
          <ns0:spPr>
            <ns1:xfrm>
              <ns1:off x="0" y="1111187"/>
              <ns1:ext cx="312134" cy="312134"/>
            </ns1:xfrm>
            <ns1:prstGeom prst="ellipse">
              <ns1:avLst/>
            </ns1:prstGeom>
            <ns1:solidFill>
              <ns1:schemeClr val="bg1">
                <ns1:alpha val="13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8" name="椭圆 17"/>
            <ns0:cNvSpPr/>
            <ns0:nvPr/>
          </ns0:nvSpPr>
          <ns0:spPr>
            <ns1:xfrm>
              <ns1:off x="1114320" y="1611397"/>
              <ns1:ext cx="904679" cy="904679"/>
            </ns1:xfrm>
            <ns1:prstGeom prst="ellipse">
              <ns1:avLst/>
            </ns1:prstGeom>
            <ns1:solidFill>
              <ns1:schemeClr val="bg1">
                <ns1:alpha val="7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19" name="椭圆 18"/>
            <ns0:cNvSpPr/>
            <ns0:nvPr/>
          </ns0:nvSpPr>
          <ns0:spPr>
            <ns1:xfrm>
              <ns1:off x="854236" y="5460064"/>
              <ns1:ext cx="298114" cy="298114"/>
            </ns1:xfrm>
            <ns1:prstGeom prst="ellipse">
              <ns1:avLst/>
            </ns1:prstGeom>
            <ns1:solidFill>
              <ns1:schemeClr val="bg1">
                <ns1:alpha val="24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20" name="椭圆 19"/>
            <ns0:cNvSpPr/>
            <ns0:nvPr/>
          </ns0:nvSpPr>
          <ns0:spPr>
            <ns1:xfrm>
              <ns1:off x="2313236" y="1194804"/>
              <ns1:ext cx="440814" cy="440814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21" name="图片 20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962"/>
            <ns1:ext cx="3984172" cy="2929037"/>
          </ns1:xfrm>
          <ns1:prstGeom prst="rect">
            <ns1:avLst/>
          </ns1:prstGeom>
        </ns0:spPr>
      </ns0:pic>
      <ns0:pic>
        <ns0:nvPicPr>
          <ns0:cNvPr id="22" name="图片 21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014"/>
            <ns1:ext cx="4986338" cy="2929473"/>
          </ns1:xfrm>
          <ns1:prstGeom prst="rect">
            <ns1:avLst/>
          </ns1:prstGeom>
        </ns0:spPr>
      </ns0:pic>
      <ns0:sp>
        <ns0:nvSpPr>
          <ns0:cNvPr id="25" name="任意多边形 24"/>
          <ns0:cNvSpPr/>
          <ns0:nvPr/>
        </ns0:nvSpPr>
        <ns0:spPr>
          <ns1:xfrm rot="16200000">
            <ns1:off x="1222480" y="1102829"/>
            <ns1:ext cx="5143502" cy="2937840"/>
          </ns1:xfrm>
          <ns1:custGeom>
            <ns1:avLst/>
            <ns1:gdLst>
              <ns1:gd name="connsiteX0" fmla="*/ 9143999 w 9143999"/>
              <ns1:gd name="connsiteY0" fmla="*/ 0 h 2051818"/>
              <ns1:gd name="connsiteX1" fmla="*/ 9143999 w 9143999"/>
              <ns1:gd name="connsiteY1" fmla="*/ 2051818 h 2051818"/>
              <ns1:gd name="connsiteX2" fmla="*/ 0 w 9143999"/>
              <ns1:gd name="connsiteY2" fmla="*/ 2051818 h 2051818"/>
              <ns1:gd name="connsiteX3" fmla="*/ 0 w 9143999"/>
              <ns1:gd name="connsiteY3" fmla="*/ 1204077 h 2051818"/>
              <ns1:gd name="connsiteX4" fmla="*/ 6027 w 9143999"/>
              <ns1:gd name="connsiteY4" fmla="*/ 1207403 h 2051818"/>
              <ns1:gd name="connsiteX5" fmla="*/ 7674511 w 9143999"/>
              <ns1:gd name="connsiteY5" fmla="*/ 718908 h 2051818"/>
              <ns1:gd name="connsiteX6" fmla="*/ 9044856 w 9143999"/>
              <ns1:gd name="connsiteY6" fmla="*/ 57555 h 2051818"/>
              <ns1:gd name="connsiteX7" fmla="*/ 9143999 w 9143999"/>
              <ns1:gd name="connsiteY7" fmla="*/ 0 h 2051818"/>
              <ns1:gd name="connsiteX0-1" fmla="*/ 9143999 w 9143999"/>
              <ns1:gd name="connsiteY0-2" fmla="*/ 0 h 2051818"/>
              <ns1:gd name="connsiteX1-3" fmla="*/ 9143999 w 9143999"/>
              <ns1:gd name="connsiteY1-4" fmla="*/ 2051818 h 2051818"/>
              <ns1:gd name="connsiteX2-5" fmla="*/ 0 w 9143999"/>
              <ns1:gd name="connsiteY2-6" fmla="*/ 2051818 h 2051818"/>
              <ns1:gd name="connsiteX3-7" fmla="*/ 0 w 9143999"/>
              <ns1:gd name="connsiteY3-8" fmla="*/ 1204077 h 2051818"/>
              <ns1:gd name="connsiteX4-9" fmla="*/ 6027 w 9143999"/>
              <ns1:gd name="connsiteY4-10" fmla="*/ 1207403 h 2051818"/>
              <ns1:gd name="connsiteX5-11" fmla="*/ 9044856 w 9143999"/>
              <ns1:gd name="connsiteY5-12" fmla="*/ 57555 h 2051818"/>
              <ns1:gd name="connsiteX6-13" fmla="*/ 9143999 w 9143999"/>
              <ns1:gd name="connsiteY6-14" fmla="*/ 0 h 2051818"/>
              <ns1:gd name="connsiteX0-15" fmla="*/ 9143999 w 9143999"/>
              <ns1:gd name="connsiteY0-16" fmla="*/ 0 h 2051818"/>
              <ns1:gd name="connsiteX1-17" fmla="*/ 9143999 w 9143999"/>
              <ns1:gd name="connsiteY1-18" fmla="*/ 2051818 h 2051818"/>
              <ns1:gd name="connsiteX2-19" fmla="*/ 0 w 9143999"/>
              <ns1:gd name="connsiteY2-20" fmla="*/ 2051818 h 2051818"/>
              <ns1:gd name="connsiteX3-21" fmla="*/ 0 w 9143999"/>
              <ns1:gd name="connsiteY3-22" fmla="*/ 1204077 h 2051818"/>
              <ns1:gd name="connsiteX4-23" fmla="*/ 6027 w 9143999"/>
              <ns1:gd name="connsiteY4-24" fmla="*/ 1207403 h 2051818"/>
              <ns1:gd name="connsiteX5-25" fmla="*/ 9143999 w 9143999"/>
              <ns1:gd name="connsiteY5-26" fmla="*/ 0 h 2051818"/>
              <ns1:gd name="connsiteX0-27" fmla="*/ 9143999 w 9143999"/>
              <ns1:gd name="connsiteY0-28" fmla="*/ 0 h 2051818"/>
              <ns1:gd name="connsiteX1-29" fmla="*/ 9143999 w 9143999"/>
              <ns1:gd name="connsiteY1-30" fmla="*/ 2051818 h 2051818"/>
              <ns1:gd name="connsiteX2-31" fmla="*/ 0 w 9143999"/>
              <ns1:gd name="connsiteY2-32" fmla="*/ 2051818 h 2051818"/>
              <ns1:gd name="connsiteX3-33" fmla="*/ 0 w 9143999"/>
              <ns1:gd name="connsiteY3-34" fmla="*/ 1204077 h 2051818"/>
              <ns1:gd name="connsiteX4-35" fmla="*/ 6027 w 9143999"/>
              <ns1:gd name="connsiteY4-36" fmla="*/ 1207403 h 2051818"/>
              <ns1:gd name="connsiteX5-37" fmla="*/ 9143999 w 9143999"/>
              <ns1:gd name="connsiteY5-38" fmla="*/ 0 h 2051818"/>
              <ns1:gd name="connsiteX0-39" fmla="*/ 9143999 w 9143999"/>
              <ns1:gd name="connsiteY0-40" fmla="*/ 0 h 2051818"/>
              <ns1:gd name="connsiteX1-41" fmla="*/ 9143999 w 9143999"/>
              <ns1:gd name="connsiteY1-42" fmla="*/ 2051818 h 2051818"/>
              <ns1:gd name="connsiteX2-43" fmla="*/ 0 w 9143999"/>
              <ns1:gd name="connsiteY2-44" fmla="*/ 2051818 h 2051818"/>
              <ns1:gd name="connsiteX3-45" fmla="*/ 0 w 9143999"/>
              <ns1:gd name="connsiteY3-46" fmla="*/ 1204077 h 2051818"/>
              <ns1:gd name="connsiteX4-47" fmla="*/ 6027 w 9143999"/>
              <ns1:gd name="connsiteY4-48" fmla="*/ 1207403 h 2051818"/>
              <ns1:gd name="connsiteX5-49" fmla="*/ 9143999 w 9143999"/>
              <ns1:gd name="connsiteY5-50" fmla="*/ 0 h 2051818"/>
              <ns1:gd name="connsiteX0-51" fmla="*/ 9143999 w 9143999"/>
              <ns1:gd name="connsiteY0-52" fmla="*/ 0 h 2051818"/>
              <ns1:gd name="connsiteX1-53" fmla="*/ 9143999 w 9143999"/>
              <ns1:gd name="connsiteY1-54" fmla="*/ 2051818 h 2051818"/>
              <ns1:gd name="connsiteX2-55" fmla="*/ 0 w 9143999"/>
              <ns1:gd name="connsiteY2-56" fmla="*/ 2051818 h 2051818"/>
              <ns1:gd name="connsiteX3-57" fmla="*/ 0 w 9143999"/>
              <ns1:gd name="connsiteY3-58" fmla="*/ 1204077 h 2051818"/>
              <ns1:gd name="connsiteX4-59" fmla="*/ 6027 w 9143999"/>
              <ns1:gd name="connsiteY4-60" fmla="*/ 1207403 h 2051818"/>
              <ns1:gd name="connsiteX5-61" fmla="*/ 9143999 w 9143999"/>
              <ns1:gd name="connsiteY5-62" fmla="*/ 0 h 2051818"/>
              <ns1:gd name="connsiteX0-63" fmla="*/ 9143999 w 9143999"/>
              <ns1:gd name="connsiteY0-64" fmla="*/ 130228 h 2182046"/>
              <ns1:gd name="connsiteX1-65" fmla="*/ 9143999 w 9143999"/>
              <ns1:gd name="connsiteY1-66" fmla="*/ 2182046 h 2182046"/>
              <ns1:gd name="connsiteX2-67" fmla="*/ 0 w 9143999"/>
              <ns1:gd name="connsiteY2-68" fmla="*/ 2182046 h 2182046"/>
              <ns1:gd name="connsiteX3-69" fmla="*/ 0 w 9143999"/>
              <ns1:gd name="connsiteY3-70" fmla="*/ 1334305 h 2182046"/>
              <ns1:gd name="connsiteX4-71" fmla="*/ 6027 w 9143999"/>
              <ns1:gd name="connsiteY4-72" fmla="*/ 0 h 2182046"/>
              <ns1:gd name="connsiteX5-73" fmla="*/ 9143999 w 9143999"/>
              <ns1:gd name="connsiteY5-74" fmla="*/ 130228 h 2182046"/>
              <ns1:gd name="connsiteX0-75" fmla="*/ 9143999 w 9143999"/>
              <ns1:gd name="connsiteY0-76" fmla="*/ 0 h 2051818"/>
              <ns1:gd name="connsiteX1-77" fmla="*/ 9143999 w 9143999"/>
              <ns1:gd name="connsiteY1-78" fmla="*/ 2051818 h 2051818"/>
              <ns1:gd name="connsiteX2-79" fmla="*/ 0 w 9143999"/>
              <ns1:gd name="connsiteY2-80" fmla="*/ 2051818 h 2051818"/>
              <ns1:gd name="connsiteX3-81" fmla="*/ 0 w 9143999"/>
              <ns1:gd name="connsiteY3-82" fmla="*/ 1204077 h 2051818"/>
              <ns1:gd name="connsiteX4-83" fmla="*/ 25380 w 9143999"/>
              <ns1:gd name="connsiteY4-84" fmla="*/ 54648 h 2051818"/>
              <ns1:gd name="connsiteX5-85" fmla="*/ 9143999 w 9143999"/>
              <ns1:gd name="connsiteY5-86" fmla="*/ 0 h 2051818"/>
              <ns1:gd name="connsiteX0-87" fmla="*/ 9143999 w 9143999"/>
              <ns1:gd name="connsiteY0-88" fmla="*/ 0 h 2051818"/>
              <ns1:gd name="connsiteX1-89" fmla="*/ 9143999 w 9143999"/>
              <ns1:gd name="connsiteY1-90" fmla="*/ 2051818 h 2051818"/>
              <ns1:gd name="connsiteX2-91" fmla="*/ 0 w 9143999"/>
              <ns1:gd name="connsiteY2-92" fmla="*/ 2051818 h 2051818"/>
              <ns1:gd name="connsiteX3-93" fmla="*/ 0 w 9143999"/>
              <ns1:gd name="connsiteY3-94" fmla="*/ 1204077 h 2051818"/>
              <ns1:gd name="connsiteX4-95" fmla="*/ 25380 w 9143999"/>
              <ns1:gd name="connsiteY4-96" fmla="*/ 54648 h 2051818"/>
              <ns1:gd name="connsiteX5-97" fmla="*/ 9143999 w 9143999"/>
              <ns1:gd name="connsiteY5-98" fmla="*/ 0 h 2051818"/>
              <ns1:gd name="connsiteX0-99" fmla="*/ 9143999 w 9143999"/>
              <ns1:gd name="connsiteY0-100" fmla="*/ 0 h 2051818"/>
              <ns1:gd name="connsiteX1-101" fmla="*/ 9143999 w 9143999"/>
              <ns1:gd name="connsiteY1-102" fmla="*/ 2051818 h 2051818"/>
              <ns1:gd name="connsiteX2-103" fmla="*/ 0 w 9143999"/>
              <ns1:gd name="connsiteY2-104" fmla="*/ 2051818 h 2051818"/>
              <ns1:gd name="connsiteX3-105" fmla="*/ 0 w 9143999"/>
              <ns1:gd name="connsiteY3-106" fmla="*/ 1204077 h 2051818"/>
              <ns1:gd name="connsiteX4-107" fmla="*/ 25380 w 9143999"/>
              <ns1:gd name="connsiteY4-108" fmla="*/ 54648 h 2051818"/>
              <ns1:gd name="connsiteX5-109" fmla="*/ 9143999 w 9143999"/>
              <ns1:gd name="connsiteY5-110" fmla="*/ 0 h 2051818"/>
              <ns1:gd name="connsiteX0-111" fmla="*/ 9143999 w 9143999"/>
              <ns1:gd name="connsiteY0-112" fmla="*/ 0 h 2051818"/>
              <ns1:gd name="connsiteX1-113" fmla="*/ 9143999 w 9143999"/>
              <ns1:gd name="connsiteY1-114" fmla="*/ 2051818 h 2051818"/>
              <ns1:gd name="connsiteX2-115" fmla="*/ 0 w 9143999"/>
              <ns1:gd name="connsiteY2-116" fmla="*/ 2051818 h 2051818"/>
              <ns1:gd name="connsiteX3-117" fmla="*/ 0 w 9143999"/>
              <ns1:gd name="connsiteY3-118" fmla="*/ 1204077 h 2051818"/>
              <ns1:gd name="connsiteX4-119" fmla="*/ 25380 w 9143999"/>
              <ns1:gd name="connsiteY4-120" fmla="*/ 54648 h 2051818"/>
              <ns1:gd name="connsiteX5-121" fmla="*/ 9143999 w 9143999"/>
              <ns1:gd name="connsiteY5-122" fmla="*/ 0 h 2051818"/>
              <ns1:gd name="connsiteX0-123" fmla="*/ 9124647 w 9143999"/>
              <ns1:gd name="connsiteY0-124" fmla="*/ 0 h 2127943"/>
              <ns1:gd name="connsiteX1-125" fmla="*/ 9143999 w 9143999"/>
              <ns1:gd name="connsiteY1-126" fmla="*/ 2127943 h 2127943"/>
              <ns1:gd name="connsiteX2-127" fmla="*/ 0 w 9143999"/>
              <ns1:gd name="connsiteY2-128" fmla="*/ 2127943 h 2127943"/>
              <ns1:gd name="connsiteX3-129" fmla="*/ 0 w 9143999"/>
              <ns1:gd name="connsiteY3-130" fmla="*/ 1280202 h 2127943"/>
              <ns1:gd name="connsiteX4-131" fmla="*/ 25380 w 9143999"/>
              <ns1:gd name="connsiteY4-132" fmla="*/ 130773 h 2127943"/>
              <ns1:gd name="connsiteX5-133" fmla="*/ 9124647 w 9143999"/>
              <ns1:gd name="connsiteY5-134" fmla="*/ 0 h 2127943"/>
              <ns1:gd name="connsiteX0-135" fmla="*/ 9124647 w 9143999"/>
              <ns1:gd name="connsiteY0-136" fmla="*/ 0 h 2127943"/>
              <ns1:gd name="connsiteX1-137" fmla="*/ 9143999 w 9143999"/>
              <ns1:gd name="connsiteY1-138" fmla="*/ 2127943 h 2127943"/>
              <ns1:gd name="connsiteX2-139" fmla="*/ 0 w 9143999"/>
              <ns1:gd name="connsiteY2-140" fmla="*/ 2127943 h 2127943"/>
              <ns1:gd name="connsiteX3-141" fmla="*/ 0 w 9143999"/>
              <ns1:gd name="connsiteY3-142" fmla="*/ 1280202 h 2127943"/>
              <ns1:gd name="connsiteX4-143" fmla="*/ 25380 w 9143999"/>
              <ns1:gd name="connsiteY4-144" fmla="*/ 130773 h 2127943"/>
              <ns1:gd name="connsiteX5-145" fmla="*/ 9124647 w 9143999"/>
              <ns1:gd name="connsiteY5-146" fmla="*/ 0 h 2127943"/>
              <ns1:gd name="connsiteX0-147" fmla="*/ 9124647 w 9143999"/>
              <ns1:gd name="connsiteY0-148" fmla="*/ 0 h 2127943"/>
              <ns1:gd name="connsiteX1-149" fmla="*/ 9143999 w 9143999"/>
              <ns1:gd name="connsiteY1-150" fmla="*/ 2127943 h 2127943"/>
              <ns1:gd name="connsiteX2-151" fmla="*/ 0 w 9143999"/>
              <ns1:gd name="connsiteY2-152" fmla="*/ 2127943 h 2127943"/>
              <ns1:gd name="connsiteX3-153" fmla="*/ 0 w 9143999"/>
              <ns1:gd name="connsiteY3-154" fmla="*/ 1280202 h 2127943"/>
              <ns1:gd name="connsiteX4-155" fmla="*/ 6028 w 9143999"/>
              <ns1:gd name="connsiteY4-156" fmla="*/ 11147 h 2127943"/>
              <ns1:gd name="connsiteX5-157" fmla="*/ 9124647 w 9143999"/>
              <ns1:gd name="connsiteY5-158" fmla="*/ 0 h 2127943"/>
              <ns1:gd name="connsiteX0-159" fmla="*/ 9138134 w 9157486"/>
              <ns1:gd name="connsiteY0-160" fmla="*/ 0 h 2127943"/>
              <ns1:gd name="connsiteX1-161" fmla="*/ 9157486 w 9157486"/>
              <ns1:gd name="connsiteY1-162" fmla="*/ 2127943 h 2127943"/>
              <ns1:gd name="connsiteX2-163" fmla="*/ 13487 w 9157486"/>
              <ns1:gd name="connsiteY2-164" fmla="*/ 2127943 h 2127943"/>
              <ns1:gd name="connsiteX3-165" fmla="*/ 13487 w 9157486"/>
              <ns1:gd name="connsiteY3-166" fmla="*/ 1280202 h 2127943"/>
              <ns1:gd name="connsiteX4-167" fmla="*/ 163 w 9157486"/>
              <ns1:gd name="connsiteY4-168" fmla="*/ 141648 h 2127943"/>
              <ns1:gd name="connsiteX5-169" fmla="*/ 9138134 w 9157486"/>
              <ns1:gd name="connsiteY5-170" fmla="*/ 0 h 2127943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  <ns1:cxn ang="0">
                <ns1:pos x="connsiteX5-11" y="connsiteY5-12"/>
              </ns1:cxn>
            </ns1:cxnLst>
            <ns1:rect l="l" t="t" r="r" b="b"/>
            <ns1:pathLst>
              <ns1:path w="9157486" h="2127943">
                <ns1:moveTo>
                  <ns1:pt x="9138134" y="0"/>
                </ns1:moveTo>
                <ns1:lnTo>
                  <ns1:pt x="9157486" y="2127943"/>
                </ns1:lnTo>
                <ns1:lnTo>
                  <ns1:pt x="13487" y="2127943"/>
                </ns1:lnTo>
                <ns1:lnTo>
                  <ns1:pt x="13487" y="1280202"/>
                </ns1:lnTo>
                <ns1:cubicBezTo>
                  <ns1:pt x="15496" y="857184"/>
                  <ns1:pt x="-1846" y="564666"/>
                  <ns1:pt x="163" y="141648"/>
                </ns1:cubicBezTo>
                <ns1:cubicBezTo>
                  <ns1:pt x="3568670" y="1577063"/>
                  <ns1:pt x="7137176" y="1131097"/>
                  <ns1:pt x="9138134" y="0"/>
                </ns1:cubicBezTo>
                <ns1:close/>
              </ns1:path>
            </ns1:pathLst>
          </ns1:custGeom>
          <ns1:solidFill>
            <ns1:schemeClr val="accent1">
              <ns1:alpha val="9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6" name="任意多边形 25"/>
          <ns0:cNvSpPr/>
          <ns0:nvPr/>
        </ns0:nvSpPr>
        <ns0:spPr>
          <ns1:xfrm rot="16200000">
            <ns1:off x="2845497" y="-12027"/>
            <ns1:ext cx="5151674" cy="5159381"/>
          </ns1:xfrm>
          <ns1:custGeom>
            <ns1:avLst/>
            <ns1:gdLst>
              <ns1:gd name="connsiteX0" fmla="*/ 6858000 w 6858000"/>
              <ns1:gd name="connsiteY0" fmla="*/ 0 h 6459417"/>
              <ns1:gd name="connsiteX1" fmla="*/ 6858000 w 6858000"/>
              <ns1:gd name="connsiteY1" fmla="*/ 1675279 h 6459417"/>
              <ns1:gd name="connsiteX2" fmla="*/ 6858000 w 6858000"/>
              <ns1:gd name="connsiteY2" fmla="*/ 1819701 h 6459417"/>
              <ns1:gd name="connsiteX3" fmla="*/ 6858000 w 6858000"/>
              <ns1:gd name="connsiteY3" fmla="*/ 2278767 h 6459417"/>
              <ns1:gd name="connsiteX4" fmla="*/ 6858000 w 6858000"/>
              <ns1:gd name="connsiteY4" fmla="*/ 3954046 h 6459417"/>
              <ns1:gd name="connsiteX5" fmla="*/ 6858000 w 6858000"/>
              <ns1:gd name="connsiteY5" fmla="*/ 4098468 h 6459417"/>
              <ns1:gd name="connsiteX6" fmla="*/ 6858000 w 6858000"/>
              <ns1:gd name="connsiteY6" fmla="*/ 4180650 h 6459417"/>
              <ns1:gd name="connsiteX7" fmla="*/ 6858000 w 6858000"/>
              <ns1:gd name="connsiteY7" fmla="*/ 6459417 h 6459417"/>
              <ns1:gd name="connsiteX8" fmla="*/ 0 w 6858000"/>
              <ns1:gd name="connsiteY8" fmla="*/ 6459417 h 6459417"/>
              <ns1:gd name="connsiteX9" fmla="*/ 0 w 6858000"/>
              <ns1:gd name="connsiteY9" fmla="*/ 4180650 h 6459417"/>
              <ns1:gd name="connsiteX10" fmla="*/ 0 w 6858000"/>
              <ns1:gd name="connsiteY10" fmla="*/ 4098468 h 6459417"/>
              <ns1:gd name="connsiteX11" fmla="*/ 0 w 6858000"/>
              <ns1:gd name="connsiteY11" fmla="*/ 3954046 h 6459417"/>
              <ns1:gd name="connsiteX12" fmla="*/ 0 w 6858000"/>
              <ns1:gd name="connsiteY12" fmla="*/ 3295924 h 6459417"/>
              <ns1:gd name="connsiteX13" fmla="*/ 0 w 6858000"/>
              <ns1:gd name="connsiteY13" fmla="*/ 1819701 h 6459417"/>
              <ns1:gd name="connsiteX14" fmla="*/ 0 w 6858000"/>
              <ns1:gd name="connsiteY14" fmla="*/ 1675279 h 6459417"/>
              <ns1:gd name="connsiteX15" fmla="*/ 0 w 6858000"/>
              <ns1:gd name="connsiteY15" fmla="*/ 1017157 h 6459417"/>
              <ns1:gd name="connsiteX16" fmla="*/ 227535 w 6858000"/>
              <ns1:gd name="connsiteY16" fmla="*/ 1166258 h 6459417"/>
              <ns1:gd name="connsiteX17" fmla="*/ 6270374 w 6858000"/>
              <ns1:gd name="connsiteY17" fmla="*/ 412001 h 6459417"/>
              <ns1:gd name="connsiteX18" fmla="*/ 6705779 w 6858000"/>
              <ns1:gd name="connsiteY18" fmla="*/ 117916 h 6459417"/>
              <ns1:gd name="connsiteX0-1" fmla="*/ 6858000 w 6941935"/>
              <ns1:gd name="connsiteY0-2" fmla="*/ 56823 h 6516240"/>
              <ns1:gd name="connsiteX1-3" fmla="*/ 6858000 w 6941935"/>
              <ns1:gd name="connsiteY1-4" fmla="*/ 1732102 h 6516240"/>
              <ns1:gd name="connsiteX2-5" fmla="*/ 6858000 w 6941935"/>
              <ns1:gd name="connsiteY2-6" fmla="*/ 1876524 h 6516240"/>
              <ns1:gd name="connsiteX3-7" fmla="*/ 6858000 w 6941935"/>
              <ns1:gd name="connsiteY3-8" fmla="*/ 2335590 h 6516240"/>
              <ns1:gd name="connsiteX4-9" fmla="*/ 6858000 w 6941935"/>
              <ns1:gd name="connsiteY4-10" fmla="*/ 4010869 h 6516240"/>
              <ns1:gd name="connsiteX5-11" fmla="*/ 6858000 w 6941935"/>
              <ns1:gd name="connsiteY5-12" fmla="*/ 4155291 h 6516240"/>
              <ns1:gd name="connsiteX6-13" fmla="*/ 6858000 w 6941935"/>
              <ns1:gd name="connsiteY6-14" fmla="*/ 4237473 h 6516240"/>
              <ns1:gd name="connsiteX7-15" fmla="*/ 6858000 w 6941935"/>
              <ns1:gd name="connsiteY7-16" fmla="*/ 6516240 h 6516240"/>
              <ns1:gd name="connsiteX8-17" fmla="*/ 0 w 6941935"/>
              <ns1:gd name="connsiteY8-18" fmla="*/ 6516240 h 6516240"/>
              <ns1:gd name="connsiteX9-19" fmla="*/ 0 w 6941935"/>
              <ns1:gd name="connsiteY9-20" fmla="*/ 4237473 h 6516240"/>
              <ns1:gd name="connsiteX10-21" fmla="*/ 0 w 6941935"/>
              <ns1:gd name="connsiteY10-22" fmla="*/ 4155291 h 6516240"/>
              <ns1:gd name="connsiteX11-23" fmla="*/ 0 w 6941935"/>
              <ns1:gd name="connsiteY11-24" fmla="*/ 4010869 h 6516240"/>
              <ns1:gd name="connsiteX12-25" fmla="*/ 0 w 6941935"/>
              <ns1:gd name="connsiteY12-26" fmla="*/ 3352747 h 6516240"/>
              <ns1:gd name="connsiteX13-27" fmla="*/ 0 w 6941935"/>
              <ns1:gd name="connsiteY13-28" fmla="*/ 1876524 h 6516240"/>
              <ns1:gd name="connsiteX14-29" fmla="*/ 0 w 6941935"/>
              <ns1:gd name="connsiteY14-30" fmla="*/ 1732102 h 6516240"/>
              <ns1:gd name="connsiteX15-31" fmla="*/ 0 w 6941935"/>
              <ns1:gd name="connsiteY15-32" fmla="*/ 1073980 h 6516240"/>
              <ns1:gd name="connsiteX16-33" fmla="*/ 227535 w 6941935"/>
              <ns1:gd name="connsiteY16-34" fmla="*/ 1223081 h 6516240"/>
              <ns1:gd name="connsiteX17-35" fmla="*/ 6270374 w 6941935"/>
              <ns1:gd name="connsiteY17-36" fmla="*/ 468824 h 6516240"/>
              <ns1:gd name="connsiteX18-37" fmla="*/ 6858000 w 6941935"/>
              <ns1:gd name="connsiteY18-38" fmla="*/ 56823 h 6516240"/>
              <ns1:gd name="connsiteX0-39" fmla="*/ 6858000 w 6858000"/>
              <ns1:gd name="connsiteY0-40" fmla="*/ 4734 h 6464151"/>
              <ns1:gd name="connsiteX1-41" fmla="*/ 6858000 w 6858000"/>
              <ns1:gd name="connsiteY1-42" fmla="*/ 1680013 h 6464151"/>
              <ns1:gd name="connsiteX2-43" fmla="*/ 6858000 w 6858000"/>
              <ns1:gd name="connsiteY2-44" fmla="*/ 1824435 h 6464151"/>
              <ns1:gd name="connsiteX3-45" fmla="*/ 6858000 w 6858000"/>
              <ns1:gd name="connsiteY3-46" fmla="*/ 2283501 h 6464151"/>
              <ns1:gd name="connsiteX4-47" fmla="*/ 6858000 w 6858000"/>
              <ns1:gd name="connsiteY4-48" fmla="*/ 3958780 h 6464151"/>
              <ns1:gd name="connsiteX5-49" fmla="*/ 6858000 w 6858000"/>
              <ns1:gd name="connsiteY5-50" fmla="*/ 4103202 h 6464151"/>
              <ns1:gd name="connsiteX6-51" fmla="*/ 6858000 w 6858000"/>
              <ns1:gd name="connsiteY6-52" fmla="*/ 4185384 h 6464151"/>
              <ns1:gd name="connsiteX7-53" fmla="*/ 6858000 w 6858000"/>
              <ns1:gd name="connsiteY7-54" fmla="*/ 6464151 h 6464151"/>
              <ns1:gd name="connsiteX8-55" fmla="*/ 0 w 6858000"/>
              <ns1:gd name="connsiteY8-56" fmla="*/ 6464151 h 6464151"/>
              <ns1:gd name="connsiteX9-57" fmla="*/ 0 w 6858000"/>
              <ns1:gd name="connsiteY9-58" fmla="*/ 4185384 h 6464151"/>
              <ns1:gd name="connsiteX10-59" fmla="*/ 0 w 6858000"/>
              <ns1:gd name="connsiteY10-60" fmla="*/ 4103202 h 6464151"/>
              <ns1:gd name="connsiteX11-61" fmla="*/ 0 w 6858000"/>
              <ns1:gd name="connsiteY11-62" fmla="*/ 3958780 h 6464151"/>
              <ns1:gd name="connsiteX12-63" fmla="*/ 0 w 6858000"/>
              <ns1:gd name="connsiteY12-64" fmla="*/ 3300658 h 6464151"/>
              <ns1:gd name="connsiteX13-65" fmla="*/ 0 w 6858000"/>
              <ns1:gd name="connsiteY13-66" fmla="*/ 1824435 h 6464151"/>
              <ns1:gd name="connsiteX14-67" fmla="*/ 0 w 6858000"/>
              <ns1:gd name="connsiteY14-68" fmla="*/ 1680013 h 6464151"/>
              <ns1:gd name="connsiteX15-69" fmla="*/ 0 w 6858000"/>
              <ns1:gd name="connsiteY15-70" fmla="*/ 1021891 h 6464151"/>
              <ns1:gd name="connsiteX16-71" fmla="*/ 227535 w 6858000"/>
              <ns1:gd name="connsiteY16-72" fmla="*/ 1170992 h 6464151"/>
              <ns1:gd name="connsiteX17-73" fmla="*/ 6858000 w 6858000"/>
              <ns1:gd name="connsiteY17-74" fmla="*/ 4734 h 6464151"/>
              <ns1:gd name="connsiteX0-75" fmla="*/ 6858000 w 6858000"/>
              <ns1:gd name="connsiteY0-76" fmla="*/ 0 h 6459417"/>
              <ns1:gd name="connsiteX1-77" fmla="*/ 6858000 w 6858000"/>
              <ns1:gd name="connsiteY1-78" fmla="*/ 1675279 h 6459417"/>
              <ns1:gd name="connsiteX2-79" fmla="*/ 6858000 w 6858000"/>
              <ns1:gd name="connsiteY2-80" fmla="*/ 1819701 h 6459417"/>
              <ns1:gd name="connsiteX3-81" fmla="*/ 6858000 w 6858000"/>
              <ns1:gd name="connsiteY3-82" fmla="*/ 2278767 h 6459417"/>
              <ns1:gd name="connsiteX4-83" fmla="*/ 6858000 w 6858000"/>
              <ns1:gd name="connsiteY4-84" fmla="*/ 3954046 h 6459417"/>
              <ns1:gd name="connsiteX5-85" fmla="*/ 6858000 w 6858000"/>
              <ns1:gd name="connsiteY5-86" fmla="*/ 4098468 h 6459417"/>
              <ns1:gd name="connsiteX6-87" fmla="*/ 6858000 w 6858000"/>
              <ns1:gd name="connsiteY6-88" fmla="*/ 4180650 h 6459417"/>
              <ns1:gd name="connsiteX7-89" fmla="*/ 6858000 w 6858000"/>
              <ns1:gd name="connsiteY7-90" fmla="*/ 6459417 h 6459417"/>
              <ns1:gd name="connsiteX8-91" fmla="*/ 0 w 6858000"/>
              <ns1:gd name="connsiteY8-92" fmla="*/ 6459417 h 6459417"/>
              <ns1:gd name="connsiteX9-93" fmla="*/ 0 w 6858000"/>
              <ns1:gd name="connsiteY9-94" fmla="*/ 4180650 h 6459417"/>
              <ns1:gd name="connsiteX10-95" fmla="*/ 0 w 6858000"/>
              <ns1:gd name="connsiteY10-96" fmla="*/ 4098468 h 6459417"/>
              <ns1:gd name="connsiteX11-97" fmla="*/ 0 w 6858000"/>
              <ns1:gd name="connsiteY11-98" fmla="*/ 3954046 h 6459417"/>
              <ns1:gd name="connsiteX12-99" fmla="*/ 0 w 6858000"/>
              <ns1:gd name="connsiteY12-100" fmla="*/ 3295924 h 6459417"/>
              <ns1:gd name="connsiteX13-101" fmla="*/ 0 w 6858000"/>
              <ns1:gd name="connsiteY13-102" fmla="*/ 1819701 h 6459417"/>
              <ns1:gd name="connsiteX14-103" fmla="*/ 0 w 6858000"/>
              <ns1:gd name="connsiteY14-104" fmla="*/ 1675279 h 6459417"/>
              <ns1:gd name="connsiteX15-105" fmla="*/ 0 w 6858000"/>
              <ns1:gd name="connsiteY15-106" fmla="*/ 1017157 h 6459417"/>
              <ns1:gd name="connsiteX16-107" fmla="*/ 227535 w 6858000"/>
              <ns1:gd name="connsiteY16-108" fmla="*/ 1166258 h 6459417"/>
              <ns1:gd name="connsiteX17-109" fmla="*/ 6858000 w 6858000"/>
              <ns1:gd name="connsiteY17-110" fmla="*/ 0 h 6459417"/>
              <ns1:gd name="connsiteX0-111" fmla="*/ 6858000 w 6858000"/>
              <ns1:gd name="connsiteY0-112" fmla="*/ 0 h 6459417"/>
              <ns1:gd name="connsiteX1-113" fmla="*/ 6858000 w 6858000"/>
              <ns1:gd name="connsiteY1-114" fmla="*/ 1675279 h 6459417"/>
              <ns1:gd name="connsiteX2-115" fmla="*/ 6858000 w 6858000"/>
              <ns1:gd name="connsiteY2-116" fmla="*/ 1819701 h 6459417"/>
              <ns1:gd name="connsiteX3-117" fmla="*/ 6858000 w 6858000"/>
              <ns1:gd name="connsiteY3-118" fmla="*/ 2278767 h 6459417"/>
              <ns1:gd name="connsiteX4-119" fmla="*/ 6858000 w 6858000"/>
              <ns1:gd name="connsiteY4-120" fmla="*/ 3954046 h 6459417"/>
              <ns1:gd name="connsiteX5-121" fmla="*/ 6858000 w 6858000"/>
              <ns1:gd name="connsiteY5-122" fmla="*/ 4098468 h 6459417"/>
              <ns1:gd name="connsiteX6-123" fmla="*/ 6858000 w 6858000"/>
              <ns1:gd name="connsiteY6-124" fmla="*/ 4180650 h 6459417"/>
              <ns1:gd name="connsiteX7-125" fmla="*/ 6858000 w 6858000"/>
              <ns1:gd name="connsiteY7-126" fmla="*/ 6459417 h 6459417"/>
              <ns1:gd name="connsiteX8-127" fmla="*/ 0 w 6858000"/>
              <ns1:gd name="connsiteY8-128" fmla="*/ 6459417 h 6459417"/>
              <ns1:gd name="connsiteX9-129" fmla="*/ 0 w 6858000"/>
              <ns1:gd name="connsiteY9-130" fmla="*/ 4180650 h 6459417"/>
              <ns1:gd name="connsiteX10-131" fmla="*/ 0 w 6858000"/>
              <ns1:gd name="connsiteY10-132" fmla="*/ 4098468 h 6459417"/>
              <ns1:gd name="connsiteX11-133" fmla="*/ 0 w 6858000"/>
              <ns1:gd name="connsiteY11-134" fmla="*/ 3954046 h 6459417"/>
              <ns1:gd name="connsiteX12-135" fmla="*/ 0 w 6858000"/>
              <ns1:gd name="connsiteY12-136" fmla="*/ 3295924 h 6459417"/>
              <ns1:gd name="connsiteX13-137" fmla="*/ 0 w 6858000"/>
              <ns1:gd name="connsiteY13-138" fmla="*/ 1819701 h 6459417"/>
              <ns1:gd name="connsiteX14-139" fmla="*/ 0 w 6858000"/>
              <ns1:gd name="connsiteY14-140" fmla="*/ 1675279 h 6459417"/>
              <ns1:gd name="connsiteX15-141" fmla="*/ 0 w 6858000"/>
              <ns1:gd name="connsiteY15-142" fmla="*/ 1017157 h 6459417"/>
              <ns1:gd name="connsiteX16-143" fmla="*/ 6858000 w 6858000"/>
              <ns1:gd name="connsiteY16-144" fmla="*/ 0 h 6459417"/>
              <ns1:gd name="connsiteX0-145" fmla="*/ 6858000 w 6858000"/>
              <ns1:gd name="connsiteY0-146" fmla="*/ 0 h 6459417"/>
              <ns1:gd name="connsiteX1-147" fmla="*/ 6858000 w 6858000"/>
              <ns1:gd name="connsiteY1-148" fmla="*/ 1675279 h 6459417"/>
              <ns1:gd name="connsiteX2-149" fmla="*/ 6858000 w 6858000"/>
              <ns1:gd name="connsiteY2-150" fmla="*/ 1819701 h 6459417"/>
              <ns1:gd name="connsiteX3-151" fmla="*/ 6858000 w 6858000"/>
              <ns1:gd name="connsiteY3-152" fmla="*/ 2278767 h 6459417"/>
              <ns1:gd name="connsiteX4-153" fmla="*/ 6858000 w 6858000"/>
              <ns1:gd name="connsiteY4-154" fmla="*/ 3954046 h 6459417"/>
              <ns1:gd name="connsiteX5-155" fmla="*/ 6858000 w 6858000"/>
              <ns1:gd name="connsiteY5-156" fmla="*/ 4098468 h 6459417"/>
              <ns1:gd name="connsiteX6-157" fmla="*/ 6858000 w 6858000"/>
              <ns1:gd name="connsiteY6-158" fmla="*/ 4180650 h 6459417"/>
              <ns1:gd name="connsiteX7-159" fmla="*/ 6858000 w 6858000"/>
              <ns1:gd name="connsiteY7-160" fmla="*/ 6459417 h 6459417"/>
              <ns1:gd name="connsiteX8-161" fmla="*/ 0 w 6858000"/>
              <ns1:gd name="connsiteY8-162" fmla="*/ 6459417 h 6459417"/>
              <ns1:gd name="connsiteX9-163" fmla="*/ 0 w 6858000"/>
              <ns1:gd name="connsiteY9-164" fmla="*/ 4180650 h 6459417"/>
              <ns1:gd name="connsiteX10-165" fmla="*/ 0 w 6858000"/>
              <ns1:gd name="connsiteY10-166" fmla="*/ 4098468 h 6459417"/>
              <ns1:gd name="connsiteX11-167" fmla="*/ 0 w 6858000"/>
              <ns1:gd name="connsiteY11-168" fmla="*/ 3954046 h 6459417"/>
              <ns1:gd name="connsiteX12-169" fmla="*/ 0 w 6858000"/>
              <ns1:gd name="connsiteY12-170" fmla="*/ 3295924 h 6459417"/>
              <ns1:gd name="connsiteX13-171" fmla="*/ 0 w 6858000"/>
              <ns1:gd name="connsiteY13-172" fmla="*/ 1819701 h 6459417"/>
              <ns1:gd name="connsiteX14-173" fmla="*/ 0 w 6858000"/>
              <ns1:gd name="connsiteY14-174" fmla="*/ 1675279 h 6459417"/>
              <ns1:gd name="connsiteX15-175" fmla="*/ 0 w 6858000"/>
              <ns1:gd name="connsiteY15-176" fmla="*/ 1017157 h 6459417"/>
              <ns1:gd name="connsiteX16-177" fmla="*/ 6858000 w 6858000"/>
              <ns1:gd name="connsiteY16-178" fmla="*/ 0 h 6459417"/>
              <ns1:gd name="connsiteX0-179" fmla="*/ 6858000 w 6858000"/>
              <ns1:gd name="connsiteY0-180" fmla="*/ 0 h 6459417"/>
              <ns1:gd name="connsiteX1-181" fmla="*/ 6858000 w 6858000"/>
              <ns1:gd name="connsiteY1-182" fmla="*/ 1675279 h 6459417"/>
              <ns1:gd name="connsiteX2-183" fmla="*/ 6858000 w 6858000"/>
              <ns1:gd name="connsiteY2-184" fmla="*/ 1819701 h 6459417"/>
              <ns1:gd name="connsiteX3-185" fmla="*/ 6858000 w 6858000"/>
              <ns1:gd name="connsiteY3-186" fmla="*/ 2278767 h 6459417"/>
              <ns1:gd name="connsiteX4-187" fmla="*/ 6858000 w 6858000"/>
              <ns1:gd name="connsiteY4-188" fmla="*/ 3954046 h 6459417"/>
              <ns1:gd name="connsiteX5-189" fmla="*/ 6858000 w 6858000"/>
              <ns1:gd name="connsiteY5-190" fmla="*/ 4098468 h 6459417"/>
              <ns1:gd name="connsiteX6-191" fmla="*/ 6858000 w 6858000"/>
              <ns1:gd name="connsiteY6-192" fmla="*/ 4180650 h 6459417"/>
              <ns1:gd name="connsiteX7-193" fmla="*/ 6858000 w 6858000"/>
              <ns1:gd name="connsiteY7-194" fmla="*/ 6459417 h 6459417"/>
              <ns1:gd name="connsiteX8-195" fmla="*/ 0 w 6858000"/>
              <ns1:gd name="connsiteY8-196" fmla="*/ 6459417 h 6459417"/>
              <ns1:gd name="connsiteX9-197" fmla="*/ 0 w 6858000"/>
              <ns1:gd name="connsiteY9-198" fmla="*/ 4180650 h 6459417"/>
              <ns1:gd name="connsiteX10-199" fmla="*/ 0 w 6858000"/>
              <ns1:gd name="connsiteY10-200" fmla="*/ 4098468 h 6459417"/>
              <ns1:gd name="connsiteX11-201" fmla="*/ 0 w 6858000"/>
              <ns1:gd name="connsiteY11-202" fmla="*/ 3954046 h 6459417"/>
              <ns1:gd name="connsiteX12-203" fmla="*/ 0 w 6858000"/>
              <ns1:gd name="connsiteY12-204" fmla="*/ 3295924 h 6459417"/>
              <ns1:gd name="connsiteX13-205" fmla="*/ 0 w 6858000"/>
              <ns1:gd name="connsiteY13-206" fmla="*/ 1819701 h 6459417"/>
              <ns1:gd name="connsiteX14-207" fmla="*/ 0 w 6858000"/>
              <ns1:gd name="connsiteY14-208" fmla="*/ 1675279 h 6459417"/>
              <ns1:gd name="connsiteX15-209" fmla="*/ 0 w 6858000"/>
              <ns1:gd name="connsiteY15-210" fmla="*/ 1017157 h 6459417"/>
              <ns1:gd name="connsiteX16-211" fmla="*/ 6858000 w 6858000"/>
              <ns1:gd name="connsiteY16-212" fmla="*/ 0 h 6459417"/>
              <ns1:gd name="connsiteX0-213" fmla="*/ 6858000 w 6858000"/>
              <ns1:gd name="connsiteY0-214" fmla="*/ 0 h 6459417"/>
              <ns1:gd name="connsiteX1-215" fmla="*/ 6858000 w 6858000"/>
              <ns1:gd name="connsiteY1-216" fmla="*/ 1675279 h 6459417"/>
              <ns1:gd name="connsiteX2-217" fmla="*/ 6858000 w 6858000"/>
              <ns1:gd name="connsiteY2-218" fmla="*/ 1819701 h 6459417"/>
              <ns1:gd name="connsiteX3-219" fmla="*/ 6858000 w 6858000"/>
              <ns1:gd name="connsiteY3-220" fmla="*/ 2278767 h 6459417"/>
              <ns1:gd name="connsiteX4-221" fmla="*/ 6858000 w 6858000"/>
              <ns1:gd name="connsiteY4-222" fmla="*/ 3954046 h 6459417"/>
              <ns1:gd name="connsiteX5-223" fmla="*/ 6858000 w 6858000"/>
              <ns1:gd name="connsiteY5-224" fmla="*/ 4098468 h 6459417"/>
              <ns1:gd name="connsiteX6-225" fmla="*/ 6858000 w 6858000"/>
              <ns1:gd name="connsiteY6-226" fmla="*/ 4180650 h 6459417"/>
              <ns1:gd name="connsiteX7-227" fmla="*/ 6858000 w 6858000"/>
              <ns1:gd name="connsiteY7-228" fmla="*/ 6459417 h 6459417"/>
              <ns1:gd name="connsiteX8-229" fmla="*/ 0 w 6858000"/>
              <ns1:gd name="connsiteY8-230" fmla="*/ 6459417 h 6459417"/>
              <ns1:gd name="connsiteX9-231" fmla="*/ 0 w 6858000"/>
              <ns1:gd name="connsiteY9-232" fmla="*/ 4180650 h 6459417"/>
              <ns1:gd name="connsiteX10-233" fmla="*/ 0 w 6858000"/>
              <ns1:gd name="connsiteY10-234" fmla="*/ 4098468 h 6459417"/>
              <ns1:gd name="connsiteX11-235" fmla="*/ 0 w 6858000"/>
              <ns1:gd name="connsiteY11-236" fmla="*/ 3954046 h 6459417"/>
              <ns1:gd name="connsiteX12-237" fmla="*/ 0 w 6858000"/>
              <ns1:gd name="connsiteY12-238" fmla="*/ 3295924 h 6459417"/>
              <ns1:gd name="connsiteX13-239" fmla="*/ 0 w 6858000"/>
              <ns1:gd name="connsiteY13-240" fmla="*/ 1819701 h 6459417"/>
              <ns1:gd name="connsiteX14-241" fmla="*/ 0 w 6858000"/>
              <ns1:gd name="connsiteY14-242" fmla="*/ 1675279 h 6459417"/>
              <ns1:gd name="connsiteX15-243" fmla="*/ 0 w 6858000"/>
              <ns1:gd name="connsiteY15-244" fmla="*/ 1017157 h 6459417"/>
              <ns1:gd name="connsiteX16-245" fmla="*/ 6858000 w 6858000"/>
              <ns1:gd name="connsiteY16-246" fmla="*/ 0 h 6459417"/>
              <ns1:gd name="connsiteX0-247" fmla="*/ 6858000 w 6858000"/>
              <ns1:gd name="connsiteY0-248" fmla="*/ 0 h 6459417"/>
              <ns1:gd name="connsiteX1-249" fmla="*/ 6858000 w 6858000"/>
              <ns1:gd name="connsiteY1-250" fmla="*/ 1675279 h 6459417"/>
              <ns1:gd name="connsiteX2-251" fmla="*/ 6858000 w 6858000"/>
              <ns1:gd name="connsiteY2-252" fmla="*/ 1819701 h 6459417"/>
              <ns1:gd name="connsiteX3-253" fmla="*/ 6858000 w 6858000"/>
              <ns1:gd name="connsiteY3-254" fmla="*/ 2278767 h 6459417"/>
              <ns1:gd name="connsiteX4-255" fmla="*/ 6858000 w 6858000"/>
              <ns1:gd name="connsiteY4-256" fmla="*/ 3954046 h 6459417"/>
              <ns1:gd name="connsiteX5-257" fmla="*/ 6858000 w 6858000"/>
              <ns1:gd name="connsiteY5-258" fmla="*/ 4098468 h 6459417"/>
              <ns1:gd name="connsiteX6-259" fmla="*/ 6858000 w 6858000"/>
              <ns1:gd name="connsiteY6-260" fmla="*/ 4180650 h 6459417"/>
              <ns1:gd name="connsiteX7-261" fmla="*/ 6858000 w 6858000"/>
              <ns1:gd name="connsiteY7-262" fmla="*/ 6459417 h 6459417"/>
              <ns1:gd name="connsiteX8-263" fmla="*/ 0 w 6858000"/>
              <ns1:gd name="connsiteY8-264" fmla="*/ 6459417 h 6459417"/>
              <ns1:gd name="connsiteX9-265" fmla="*/ 0 w 6858000"/>
              <ns1:gd name="connsiteY9-266" fmla="*/ 4180650 h 6459417"/>
              <ns1:gd name="connsiteX10-267" fmla="*/ 0 w 6858000"/>
              <ns1:gd name="connsiteY10-268" fmla="*/ 4098468 h 6459417"/>
              <ns1:gd name="connsiteX11-269" fmla="*/ 0 w 6858000"/>
              <ns1:gd name="connsiteY11-270" fmla="*/ 3954046 h 6459417"/>
              <ns1:gd name="connsiteX12-271" fmla="*/ 0 w 6858000"/>
              <ns1:gd name="connsiteY12-272" fmla="*/ 3295924 h 6459417"/>
              <ns1:gd name="connsiteX13-273" fmla="*/ 0 w 6858000"/>
              <ns1:gd name="connsiteY13-274" fmla="*/ 1819701 h 6459417"/>
              <ns1:gd name="connsiteX14-275" fmla="*/ 0 w 6858000"/>
              <ns1:gd name="connsiteY14-276" fmla="*/ 1675279 h 6459417"/>
              <ns1:gd name="connsiteX15-277" fmla="*/ 0 w 6858000"/>
              <ns1:gd name="connsiteY15-278" fmla="*/ 1017157 h 6459417"/>
              <ns1:gd name="connsiteX16-279" fmla="*/ 6858000 w 6858000"/>
              <ns1:gd name="connsiteY16-280" fmla="*/ 0 h 6459417"/>
              <ns1:gd name="connsiteX0-281" fmla="*/ 6858000 w 6858000"/>
              <ns1:gd name="connsiteY0-282" fmla="*/ 0 h 6459417"/>
              <ns1:gd name="connsiteX1-283" fmla="*/ 6858000 w 6858000"/>
              <ns1:gd name="connsiteY1-284" fmla="*/ 1675279 h 6459417"/>
              <ns1:gd name="connsiteX2-285" fmla="*/ 6858000 w 6858000"/>
              <ns1:gd name="connsiteY2-286" fmla="*/ 1819701 h 6459417"/>
              <ns1:gd name="connsiteX3-287" fmla="*/ 6858000 w 6858000"/>
              <ns1:gd name="connsiteY3-288" fmla="*/ 2278767 h 6459417"/>
              <ns1:gd name="connsiteX4-289" fmla="*/ 6858000 w 6858000"/>
              <ns1:gd name="connsiteY4-290" fmla="*/ 3954046 h 6459417"/>
              <ns1:gd name="connsiteX5-291" fmla="*/ 6858000 w 6858000"/>
              <ns1:gd name="connsiteY5-292" fmla="*/ 4098468 h 6459417"/>
              <ns1:gd name="connsiteX6-293" fmla="*/ 6858000 w 6858000"/>
              <ns1:gd name="connsiteY6-294" fmla="*/ 4180650 h 6459417"/>
              <ns1:gd name="connsiteX7-295" fmla="*/ 6858000 w 6858000"/>
              <ns1:gd name="connsiteY7-296" fmla="*/ 6459417 h 6459417"/>
              <ns1:gd name="connsiteX8-297" fmla="*/ 0 w 6858000"/>
              <ns1:gd name="connsiteY8-298" fmla="*/ 6459417 h 6459417"/>
              <ns1:gd name="connsiteX9-299" fmla="*/ 0 w 6858000"/>
              <ns1:gd name="connsiteY9-300" fmla="*/ 4180650 h 6459417"/>
              <ns1:gd name="connsiteX10-301" fmla="*/ 0 w 6858000"/>
              <ns1:gd name="connsiteY10-302" fmla="*/ 4098468 h 6459417"/>
              <ns1:gd name="connsiteX11-303" fmla="*/ 0 w 6858000"/>
              <ns1:gd name="connsiteY11-304" fmla="*/ 3954046 h 6459417"/>
              <ns1:gd name="connsiteX12-305" fmla="*/ 0 w 6858000"/>
              <ns1:gd name="connsiteY12-306" fmla="*/ 3295924 h 6459417"/>
              <ns1:gd name="connsiteX13-307" fmla="*/ 0 w 6858000"/>
              <ns1:gd name="connsiteY13-308" fmla="*/ 1819701 h 6459417"/>
              <ns1:gd name="connsiteX14-309" fmla="*/ 0 w 6858000"/>
              <ns1:gd name="connsiteY14-310" fmla="*/ 1675279 h 6459417"/>
              <ns1:gd name="connsiteX15-311" fmla="*/ 0 w 6858000"/>
              <ns1:gd name="connsiteY15-312" fmla="*/ 1017157 h 6459417"/>
              <ns1:gd name="connsiteX16-313" fmla="*/ 6858000 w 6858000"/>
              <ns1:gd name="connsiteY16-314" fmla="*/ 0 h 6459417"/>
              <ns1:gd name="connsiteX0-315" fmla="*/ 6858000 w 6858000"/>
              <ns1:gd name="connsiteY0-316" fmla="*/ 0 h 6459417"/>
              <ns1:gd name="connsiteX1-317" fmla="*/ 6858000 w 6858000"/>
              <ns1:gd name="connsiteY1-318" fmla="*/ 1675279 h 6459417"/>
              <ns1:gd name="connsiteX2-319" fmla="*/ 6858000 w 6858000"/>
              <ns1:gd name="connsiteY2-320" fmla="*/ 1819701 h 6459417"/>
              <ns1:gd name="connsiteX3-321" fmla="*/ 6858000 w 6858000"/>
              <ns1:gd name="connsiteY3-322" fmla="*/ 2278767 h 6459417"/>
              <ns1:gd name="connsiteX4-323" fmla="*/ 6858000 w 6858000"/>
              <ns1:gd name="connsiteY4-324" fmla="*/ 3954046 h 6459417"/>
              <ns1:gd name="connsiteX5-325" fmla="*/ 6858000 w 6858000"/>
              <ns1:gd name="connsiteY5-326" fmla="*/ 4098468 h 6459417"/>
              <ns1:gd name="connsiteX6-327" fmla="*/ 6858000 w 6858000"/>
              <ns1:gd name="connsiteY6-328" fmla="*/ 4180650 h 6459417"/>
              <ns1:gd name="connsiteX7-329" fmla="*/ 6858000 w 6858000"/>
              <ns1:gd name="connsiteY7-330" fmla="*/ 6459417 h 6459417"/>
              <ns1:gd name="connsiteX8-331" fmla="*/ 0 w 6858000"/>
              <ns1:gd name="connsiteY8-332" fmla="*/ 6459417 h 6459417"/>
              <ns1:gd name="connsiteX9-333" fmla="*/ 0 w 6858000"/>
              <ns1:gd name="connsiteY9-334" fmla="*/ 4180650 h 6459417"/>
              <ns1:gd name="connsiteX10-335" fmla="*/ 0 w 6858000"/>
              <ns1:gd name="connsiteY10-336" fmla="*/ 4098468 h 6459417"/>
              <ns1:gd name="connsiteX11-337" fmla="*/ 0 w 6858000"/>
              <ns1:gd name="connsiteY11-338" fmla="*/ 3954046 h 6459417"/>
              <ns1:gd name="connsiteX12-339" fmla="*/ 0 w 6858000"/>
              <ns1:gd name="connsiteY12-340" fmla="*/ 3295924 h 6459417"/>
              <ns1:gd name="connsiteX13-341" fmla="*/ 0 w 6858000"/>
              <ns1:gd name="connsiteY13-342" fmla="*/ 1819701 h 6459417"/>
              <ns1:gd name="connsiteX14-343" fmla="*/ 0 w 6858000"/>
              <ns1:gd name="connsiteY14-344" fmla="*/ 1675279 h 6459417"/>
              <ns1:gd name="connsiteX15-345" fmla="*/ 0 w 6858000"/>
              <ns1:gd name="connsiteY15-346" fmla="*/ 1017157 h 6459417"/>
              <ns1:gd name="connsiteX16-347" fmla="*/ 6858000 w 6858000"/>
              <ns1:gd name="connsiteY16-348" fmla="*/ 0 h 6459417"/>
              <ns1:gd name="connsiteX0-349" fmla="*/ 6858000 w 6858000"/>
              <ns1:gd name="connsiteY0-350" fmla="*/ 0 h 6459417"/>
              <ns1:gd name="connsiteX1-351" fmla="*/ 6858000 w 6858000"/>
              <ns1:gd name="connsiteY1-352" fmla="*/ 1675279 h 6459417"/>
              <ns1:gd name="connsiteX2-353" fmla="*/ 6858000 w 6858000"/>
              <ns1:gd name="connsiteY2-354" fmla="*/ 1819701 h 6459417"/>
              <ns1:gd name="connsiteX3-355" fmla="*/ 6858000 w 6858000"/>
              <ns1:gd name="connsiteY3-356" fmla="*/ 2278767 h 6459417"/>
              <ns1:gd name="connsiteX4-357" fmla="*/ 6858000 w 6858000"/>
              <ns1:gd name="connsiteY4-358" fmla="*/ 3954046 h 6459417"/>
              <ns1:gd name="connsiteX5-359" fmla="*/ 6858000 w 6858000"/>
              <ns1:gd name="connsiteY5-360" fmla="*/ 4098468 h 6459417"/>
              <ns1:gd name="connsiteX6-361" fmla="*/ 6858000 w 6858000"/>
              <ns1:gd name="connsiteY6-362" fmla="*/ 4180650 h 6459417"/>
              <ns1:gd name="connsiteX7-363" fmla="*/ 6858000 w 6858000"/>
              <ns1:gd name="connsiteY7-364" fmla="*/ 6459417 h 6459417"/>
              <ns1:gd name="connsiteX8-365" fmla="*/ 0 w 6858000"/>
              <ns1:gd name="connsiteY8-366" fmla="*/ 6459417 h 6459417"/>
              <ns1:gd name="connsiteX9-367" fmla="*/ 0 w 6858000"/>
              <ns1:gd name="connsiteY9-368" fmla="*/ 4180650 h 6459417"/>
              <ns1:gd name="connsiteX10-369" fmla="*/ 0 w 6858000"/>
              <ns1:gd name="connsiteY10-370" fmla="*/ 4098468 h 6459417"/>
              <ns1:gd name="connsiteX11-371" fmla="*/ 0 w 6858000"/>
              <ns1:gd name="connsiteY11-372" fmla="*/ 3954046 h 6459417"/>
              <ns1:gd name="connsiteX12-373" fmla="*/ 0 w 6858000"/>
              <ns1:gd name="connsiteY12-374" fmla="*/ 3295924 h 6459417"/>
              <ns1:gd name="connsiteX13-375" fmla="*/ 0 w 6858000"/>
              <ns1:gd name="connsiteY13-376" fmla="*/ 1819701 h 6459417"/>
              <ns1:gd name="connsiteX14-377" fmla="*/ 0 w 6858000"/>
              <ns1:gd name="connsiteY14-378" fmla="*/ 1675279 h 6459417"/>
              <ns1:gd name="connsiteX15-379" fmla="*/ 0 w 6858000"/>
              <ns1:gd name="connsiteY15-380" fmla="*/ 1017157 h 6459417"/>
              <ns1:gd name="connsiteX16-381" fmla="*/ 6858000 w 6858000"/>
              <ns1:gd name="connsiteY16-382" fmla="*/ 0 h 6459417"/>
              <ns1:gd name="connsiteX0-383" fmla="*/ 6858000 w 6858000"/>
              <ns1:gd name="connsiteY0-384" fmla="*/ 0 h 6459417"/>
              <ns1:gd name="connsiteX1-385" fmla="*/ 6858000 w 6858000"/>
              <ns1:gd name="connsiteY1-386" fmla="*/ 1675279 h 6459417"/>
              <ns1:gd name="connsiteX2-387" fmla="*/ 6858000 w 6858000"/>
              <ns1:gd name="connsiteY2-388" fmla="*/ 1819701 h 6459417"/>
              <ns1:gd name="connsiteX3-389" fmla="*/ 6858000 w 6858000"/>
              <ns1:gd name="connsiteY3-390" fmla="*/ 2278767 h 6459417"/>
              <ns1:gd name="connsiteX4-391" fmla="*/ 6858000 w 6858000"/>
              <ns1:gd name="connsiteY4-392" fmla="*/ 3954046 h 6459417"/>
              <ns1:gd name="connsiteX5-393" fmla="*/ 6858000 w 6858000"/>
              <ns1:gd name="connsiteY5-394" fmla="*/ 4098468 h 6459417"/>
              <ns1:gd name="connsiteX6-395" fmla="*/ 6858000 w 6858000"/>
              <ns1:gd name="connsiteY6-396" fmla="*/ 4180650 h 6459417"/>
              <ns1:gd name="connsiteX7-397" fmla="*/ 6858000 w 6858000"/>
              <ns1:gd name="connsiteY7-398" fmla="*/ 6459417 h 6459417"/>
              <ns1:gd name="connsiteX8-399" fmla="*/ 0 w 6858000"/>
              <ns1:gd name="connsiteY8-400" fmla="*/ 6459417 h 6459417"/>
              <ns1:gd name="connsiteX9-401" fmla="*/ 0 w 6858000"/>
              <ns1:gd name="connsiteY9-402" fmla="*/ 4180650 h 6459417"/>
              <ns1:gd name="connsiteX10-403" fmla="*/ 0 w 6858000"/>
              <ns1:gd name="connsiteY10-404" fmla="*/ 4098468 h 6459417"/>
              <ns1:gd name="connsiteX11-405" fmla="*/ 0 w 6858000"/>
              <ns1:gd name="connsiteY11-406" fmla="*/ 3954046 h 6459417"/>
              <ns1:gd name="connsiteX12-407" fmla="*/ 0 w 6858000"/>
              <ns1:gd name="connsiteY12-408" fmla="*/ 3295924 h 6459417"/>
              <ns1:gd name="connsiteX13-409" fmla="*/ 0 w 6858000"/>
              <ns1:gd name="connsiteY13-410" fmla="*/ 1819701 h 6459417"/>
              <ns1:gd name="connsiteX14-411" fmla="*/ 0 w 6858000"/>
              <ns1:gd name="connsiteY14-412" fmla="*/ 1675279 h 6459417"/>
              <ns1:gd name="connsiteX15-413" fmla="*/ 0 w 6858000"/>
              <ns1:gd name="connsiteY15-414" fmla="*/ 1017157 h 6459417"/>
              <ns1:gd name="connsiteX16-415" fmla="*/ 6858000 w 6858000"/>
              <ns1:gd name="connsiteY16-416" fmla="*/ 0 h 6459417"/>
              <ns1:gd name="connsiteX0-417" fmla="*/ 6858003 w 6858003"/>
              <ns1:gd name="connsiteY0-418" fmla="*/ 0 h 6735189"/>
              <ns1:gd name="connsiteX1-419" fmla="*/ 6858000 w 6858003"/>
              <ns1:gd name="connsiteY1-420" fmla="*/ 1951051 h 6735189"/>
              <ns1:gd name="connsiteX2-421" fmla="*/ 6858000 w 6858003"/>
              <ns1:gd name="connsiteY2-422" fmla="*/ 2095473 h 6735189"/>
              <ns1:gd name="connsiteX3-423" fmla="*/ 6858000 w 6858003"/>
              <ns1:gd name="connsiteY3-424" fmla="*/ 2554539 h 6735189"/>
              <ns1:gd name="connsiteX4-425" fmla="*/ 6858000 w 6858003"/>
              <ns1:gd name="connsiteY4-426" fmla="*/ 4229818 h 6735189"/>
              <ns1:gd name="connsiteX5-427" fmla="*/ 6858000 w 6858003"/>
              <ns1:gd name="connsiteY5-428" fmla="*/ 4374240 h 6735189"/>
              <ns1:gd name="connsiteX6-429" fmla="*/ 6858000 w 6858003"/>
              <ns1:gd name="connsiteY6-430" fmla="*/ 4456422 h 6735189"/>
              <ns1:gd name="connsiteX7-431" fmla="*/ 6858000 w 6858003"/>
              <ns1:gd name="connsiteY7-432" fmla="*/ 6735189 h 6735189"/>
              <ns1:gd name="connsiteX8-433" fmla="*/ 0 w 6858003"/>
              <ns1:gd name="connsiteY8-434" fmla="*/ 6735189 h 6735189"/>
              <ns1:gd name="connsiteX9-435" fmla="*/ 0 w 6858003"/>
              <ns1:gd name="connsiteY9-436" fmla="*/ 4456422 h 6735189"/>
              <ns1:gd name="connsiteX10-437" fmla="*/ 0 w 6858003"/>
              <ns1:gd name="connsiteY10-438" fmla="*/ 4374240 h 6735189"/>
              <ns1:gd name="connsiteX11-439" fmla="*/ 0 w 6858003"/>
              <ns1:gd name="connsiteY11-440" fmla="*/ 4229818 h 6735189"/>
              <ns1:gd name="connsiteX12-441" fmla="*/ 0 w 6858003"/>
              <ns1:gd name="connsiteY12-442" fmla="*/ 3571696 h 6735189"/>
              <ns1:gd name="connsiteX13-443" fmla="*/ 0 w 6858003"/>
              <ns1:gd name="connsiteY13-444" fmla="*/ 2095473 h 6735189"/>
              <ns1:gd name="connsiteX14-445" fmla="*/ 0 w 6858003"/>
              <ns1:gd name="connsiteY14-446" fmla="*/ 1951051 h 6735189"/>
              <ns1:gd name="connsiteX15-447" fmla="*/ 0 w 6858003"/>
              <ns1:gd name="connsiteY15-448" fmla="*/ 1292929 h 6735189"/>
              <ns1:gd name="connsiteX16-449" fmla="*/ 6858003 w 6858003"/>
              <ns1:gd name="connsiteY16-450" fmla="*/ 0 h 6735189"/>
              <ns1:gd name="connsiteX0-451" fmla="*/ 6858003 w 6858003"/>
              <ns1:gd name="connsiteY0-452" fmla="*/ 0 h 6735189"/>
              <ns1:gd name="connsiteX1-453" fmla="*/ 6858000 w 6858003"/>
              <ns1:gd name="connsiteY1-454" fmla="*/ 1951051 h 6735189"/>
              <ns1:gd name="connsiteX2-455" fmla="*/ 6858000 w 6858003"/>
              <ns1:gd name="connsiteY2-456" fmla="*/ 2095473 h 6735189"/>
              <ns1:gd name="connsiteX3-457" fmla="*/ 6858000 w 6858003"/>
              <ns1:gd name="connsiteY3-458" fmla="*/ 2554539 h 6735189"/>
              <ns1:gd name="connsiteX4-459" fmla="*/ 6858000 w 6858003"/>
              <ns1:gd name="connsiteY4-460" fmla="*/ 4229818 h 6735189"/>
              <ns1:gd name="connsiteX5-461" fmla="*/ 6858000 w 6858003"/>
              <ns1:gd name="connsiteY5-462" fmla="*/ 4374240 h 6735189"/>
              <ns1:gd name="connsiteX6-463" fmla="*/ 6858000 w 6858003"/>
              <ns1:gd name="connsiteY6-464" fmla="*/ 4456422 h 6735189"/>
              <ns1:gd name="connsiteX7-465" fmla="*/ 6858000 w 6858003"/>
              <ns1:gd name="connsiteY7-466" fmla="*/ 6735189 h 6735189"/>
              <ns1:gd name="connsiteX8-467" fmla="*/ 0 w 6858003"/>
              <ns1:gd name="connsiteY8-468" fmla="*/ 6735189 h 6735189"/>
              <ns1:gd name="connsiteX9-469" fmla="*/ 0 w 6858003"/>
              <ns1:gd name="connsiteY9-470" fmla="*/ 4456422 h 6735189"/>
              <ns1:gd name="connsiteX10-471" fmla="*/ 0 w 6858003"/>
              <ns1:gd name="connsiteY10-472" fmla="*/ 4374240 h 6735189"/>
              <ns1:gd name="connsiteX11-473" fmla="*/ 0 w 6858003"/>
              <ns1:gd name="connsiteY11-474" fmla="*/ 4229818 h 6735189"/>
              <ns1:gd name="connsiteX12-475" fmla="*/ 0 w 6858003"/>
              <ns1:gd name="connsiteY12-476" fmla="*/ 3571696 h 6735189"/>
              <ns1:gd name="connsiteX13-477" fmla="*/ 0 w 6858003"/>
              <ns1:gd name="connsiteY13-478" fmla="*/ 2095473 h 6735189"/>
              <ns1:gd name="connsiteX14-479" fmla="*/ 0 w 6858003"/>
              <ns1:gd name="connsiteY14-480" fmla="*/ 1951051 h 6735189"/>
              <ns1:gd name="connsiteX15-481" fmla="*/ 0 w 6858003"/>
              <ns1:gd name="connsiteY15-482" fmla="*/ 1292929 h 6735189"/>
              <ns1:gd name="connsiteX16-483" fmla="*/ 6858003 w 6858003"/>
              <ns1:gd name="connsiteY16-484" fmla="*/ 0 h 6735189"/>
              <ns1:gd name="connsiteX0-485" fmla="*/ 6858003 w 6858003"/>
              <ns1:gd name="connsiteY0-486" fmla="*/ 0 h 6735189"/>
              <ns1:gd name="connsiteX1-487" fmla="*/ 6858000 w 6858003"/>
              <ns1:gd name="connsiteY1-488" fmla="*/ 1951051 h 6735189"/>
              <ns1:gd name="connsiteX2-489" fmla="*/ 6858000 w 6858003"/>
              <ns1:gd name="connsiteY2-490" fmla="*/ 2095473 h 6735189"/>
              <ns1:gd name="connsiteX3-491" fmla="*/ 6858000 w 6858003"/>
              <ns1:gd name="connsiteY3-492" fmla="*/ 2554539 h 6735189"/>
              <ns1:gd name="connsiteX4-493" fmla="*/ 6858000 w 6858003"/>
              <ns1:gd name="connsiteY4-494" fmla="*/ 4229818 h 6735189"/>
              <ns1:gd name="connsiteX5-495" fmla="*/ 6858000 w 6858003"/>
              <ns1:gd name="connsiteY5-496" fmla="*/ 4374240 h 6735189"/>
              <ns1:gd name="connsiteX6-497" fmla="*/ 6858000 w 6858003"/>
              <ns1:gd name="connsiteY6-498" fmla="*/ 4456422 h 6735189"/>
              <ns1:gd name="connsiteX7-499" fmla="*/ 6858000 w 6858003"/>
              <ns1:gd name="connsiteY7-500" fmla="*/ 6735189 h 6735189"/>
              <ns1:gd name="connsiteX8-501" fmla="*/ 0 w 6858003"/>
              <ns1:gd name="connsiteY8-502" fmla="*/ 6735189 h 6735189"/>
              <ns1:gd name="connsiteX9-503" fmla="*/ 0 w 6858003"/>
              <ns1:gd name="connsiteY9-504" fmla="*/ 4456422 h 6735189"/>
              <ns1:gd name="connsiteX10-505" fmla="*/ 0 w 6858003"/>
              <ns1:gd name="connsiteY10-506" fmla="*/ 4374240 h 6735189"/>
              <ns1:gd name="connsiteX11-507" fmla="*/ 0 w 6858003"/>
              <ns1:gd name="connsiteY11-508" fmla="*/ 4229818 h 6735189"/>
              <ns1:gd name="connsiteX12-509" fmla="*/ 0 w 6858003"/>
              <ns1:gd name="connsiteY12-510" fmla="*/ 3571696 h 6735189"/>
              <ns1:gd name="connsiteX13-511" fmla="*/ 0 w 6858003"/>
              <ns1:gd name="connsiteY13-512" fmla="*/ 2095473 h 6735189"/>
              <ns1:gd name="connsiteX14-513" fmla="*/ 0 w 6858003"/>
              <ns1:gd name="connsiteY14-514" fmla="*/ 1951051 h 6735189"/>
              <ns1:gd name="connsiteX15-515" fmla="*/ 0 w 6858003"/>
              <ns1:gd name="connsiteY15-516" fmla="*/ 1292929 h 6735189"/>
              <ns1:gd name="connsiteX16-517" fmla="*/ 6858003 w 6858003"/>
              <ns1:gd name="connsiteY16-518" fmla="*/ 0 h 6735189"/>
              <ns1:gd name="connsiteX0-519" fmla="*/ 6858003 w 6858003"/>
              <ns1:gd name="connsiteY0-520" fmla="*/ 0 h 6735189"/>
              <ns1:gd name="connsiteX1-521" fmla="*/ 6858000 w 6858003"/>
              <ns1:gd name="connsiteY1-522" fmla="*/ 1951051 h 6735189"/>
              <ns1:gd name="connsiteX2-523" fmla="*/ 6858000 w 6858003"/>
              <ns1:gd name="connsiteY2-524" fmla="*/ 2095473 h 6735189"/>
              <ns1:gd name="connsiteX3-525" fmla="*/ 6858000 w 6858003"/>
              <ns1:gd name="connsiteY3-526" fmla="*/ 2554539 h 6735189"/>
              <ns1:gd name="connsiteX4-527" fmla="*/ 6858000 w 6858003"/>
              <ns1:gd name="connsiteY4-528" fmla="*/ 4229818 h 6735189"/>
              <ns1:gd name="connsiteX5-529" fmla="*/ 6858000 w 6858003"/>
              <ns1:gd name="connsiteY5-530" fmla="*/ 4374240 h 6735189"/>
              <ns1:gd name="connsiteX6-531" fmla="*/ 6858000 w 6858003"/>
              <ns1:gd name="connsiteY6-532" fmla="*/ 4456422 h 6735189"/>
              <ns1:gd name="connsiteX7-533" fmla="*/ 6858000 w 6858003"/>
              <ns1:gd name="connsiteY7-534" fmla="*/ 6735189 h 6735189"/>
              <ns1:gd name="connsiteX8-535" fmla="*/ 0 w 6858003"/>
              <ns1:gd name="connsiteY8-536" fmla="*/ 6735189 h 6735189"/>
              <ns1:gd name="connsiteX9-537" fmla="*/ 0 w 6858003"/>
              <ns1:gd name="connsiteY9-538" fmla="*/ 4456422 h 6735189"/>
              <ns1:gd name="connsiteX10-539" fmla="*/ 0 w 6858003"/>
              <ns1:gd name="connsiteY10-540" fmla="*/ 4374240 h 6735189"/>
              <ns1:gd name="connsiteX11-541" fmla="*/ 0 w 6858003"/>
              <ns1:gd name="connsiteY11-542" fmla="*/ 4229818 h 6735189"/>
              <ns1:gd name="connsiteX12-543" fmla="*/ 0 w 6858003"/>
              <ns1:gd name="connsiteY12-544" fmla="*/ 3571696 h 6735189"/>
              <ns1:gd name="connsiteX13-545" fmla="*/ 0 w 6858003"/>
              <ns1:gd name="connsiteY13-546" fmla="*/ 2095473 h 6735189"/>
              <ns1:gd name="connsiteX14-547" fmla="*/ 0 w 6858003"/>
              <ns1:gd name="connsiteY14-548" fmla="*/ 1951051 h 6735189"/>
              <ns1:gd name="connsiteX15-549" fmla="*/ 0 w 6858003"/>
              <ns1:gd name="connsiteY15-550" fmla="*/ 1292929 h 6735189"/>
              <ns1:gd name="connsiteX16-551" fmla="*/ 6858003 w 6858003"/>
              <ns1:gd name="connsiteY16-552" fmla="*/ 0 h 6735189"/>
              <ns1:gd name="connsiteX0-553" fmla="*/ 6858003 w 6858003"/>
              <ns1:gd name="connsiteY0-554" fmla="*/ 0 h 6735189"/>
              <ns1:gd name="connsiteX1-555" fmla="*/ 6858000 w 6858003"/>
              <ns1:gd name="connsiteY1-556" fmla="*/ 1951051 h 6735189"/>
              <ns1:gd name="connsiteX2-557" fmla="*/ 6858000 w 6858003"/>
              <ns1:gd name="connsiteY2-558" fmla="*/ 2095473 h 6735189"/>
              <ns1:gd name="connsiteX3-559" fmla="*/ 6858000 w 6858003"/>
              <ns1:gd name="connsiteY3-560" fmla="*/ 2554539 h 6735189"/>
              <ns1:gd name="connsiteX4-561" fmla="*/ 6858000 w 6858003"/>
              <ns1:gd name="connsiteY4-562" fmla="*/ 4229818 h 6735189"/>
              <ns1:gd name="connsiteX5-563" fmla="*/ 6858000 w 6858003"/>
              <ns1:gd name="connsiteY5-564" fmla="*/ 4374240 h 6735189"/>
              <ns1:gd name="connsiteX6-565" fmla="*/ 6858000 w 6858003"/>
              <ns1:gd name="connsiteY6-566" fmla="*/ 4456422 h 6735189"/>
              <ns1:gd name="connsiteX7-567" fmla="*/ 6858000 w 6858003"/>
              <ns1:gd name="connsiteY7-568" fmla="*/ 6735189 h 6735189"/>
              <ns1:gd name="connsiteX8-569" fmla="*/ 0 w 6858003"/>
              <ns1:gd name="connsiteY8-570" fmla="*/ 6735189 h 6735189"/>
              <ns1:gd name="connsiteX9-571" fmla="*/ 0 w 6858003"/>
              <ns1:gd name="connsiteY9-572" fmla="*/ 4456422 h 6735189"/>
              <ns1:gd name="connsiteX10-573" fmla="*/ 0 w 6858003"/>
              <ns1:gd name="connsiteY10-574" fmla="*/ 4374240 h 6735189"/>
              <ns1:gd name="connsiteX11-575" fmla="*/ 0 w 6858003"/>
              <ns1:gd name="connsiteY11-576" fmla="*/ 4229818 h 6735189"/>
              <ns1:gd name="connsiteX12-577" fmla="*/ 0 w 6858003"/>
              <ns1:gd name="connsiteY12-578" fmla="*/ 3571696 h 6735189"/>
              <ns1:gd name="connsiteX13-579" fmla="*/ 0 w 6858003"/>
              <ns1:gd name="connsiteY13-580" fmla="*/ 2095473 h 6735189"/>
              <ns1:gd name="connsiteX14-581" fmla="*/ 0 w 6858003"/>
              <ns1:gd name="connsiteY14-582" fmla="*/ 1951051 h 6735189"/>
              <ns1:gd name="connsiteX15-583" fmla="*/ 0 w 6858003"/>
              <ns1:gd name="connsiteY15-584" fmla="*/ 1292929 h 6735189"/>
              <ns1:gd name="connsiteX16-585" fmla="*/ 6858003 w 6858003"/>
              <ns1:gd name="connsiteY16-586" fmla="*/ 0 h 6735189"/>
              <ns1:gd name="connsiteX0-587" fmla="*/ 6858003 w 6858003"/>
              <ns1:gd name="connsiteY0-588" fmla="*/ 0 h 7431875"/>
              <ns1:gd name="connsiteX1-589" fmla="*/ 6858000 w 6858003"/>
              <ns1:gd name="connsiteY1-590" fmla="*/ 2647737 h 7431875"/>
              <ns1:gd name="connsiteX2-591" fmla="*/ 6858000 w 6858003"/>
              <ns1:gd name="connsiteY2-592" fmla="*/ 2792159 h 7431875"/>
              <ns1:gd name="connsiteX3-593" fmla="*/ 6858000 w 6858003"/>
              <ns1:gd name="connsiteY3-594" fmla="*/ 3251225 h 7431875"/>
              <ns1:gd name="connsiteX4-595" fmla="*/ 6858000 w 6858003"/>
              <ns1:gd name="connsiteY4-596" fmla="*/ 4926504 h 7431875"/>
              <ns1:gd name="connsiteX5-597" fmla="*/ 6858000 w 6858003"/>
              <ns1:gd name="connsiteY5-598" fmla="*/ 5070926 h 7431875"/>
              <ns1:gd name="connsiteX6-599" fmla="*/ 6858000 w 6858003"/>
              <ns1:gd name="connsiteY6-600" fmla="*/ 5153108 h 7431875"/>
              <ns1:gd name="connsiteX7-601" fmla="*/ 6858000 w 6858003"/>
              <ns1:gd name="connsiteY7-602" fmla="*/ 7431875 h 7431875"/>
              <ns1:gd name="connsiteX8-603" fmla="*/ 0 w 6858003"/>
              <ns1:gd name="connsiteY8-604" fmla="*/ 7431875 h 7431875"/>
              <ns1:gd name="connsiteX9-605" fmla="*/ 0 w 6858003"/>
              <ns1:gd name="connsiteY9-606" fmla="*/ 5153108 h 7431875"/>
              <ns1:gd name="connsiteX10-607" fmla="*/ 0 w 6858003"/>
              <ns1:gd name="connsiteY10-608" fmla="*/ 5070926 h 7431875"/>
              <ns1:gd name="connsiteX11-609" fmla="*/ 0 w 6858003"/>
              <ns1:gd name="connsiteY11-610" fmla="*/ 4926504 h 7431875"/>
              <ns1:gd name="connsiteX12-611" fmla="*/ 0 w 6858003"/>
              <ns1:gd name="connsiteY12-612" fmla="*/ 4268382 h 7431875"/>
              <ns1:gd name="connsiteX13-613" fmla="*/ 0 w 6858003"/>
              <ns1:gd name="connsiteY13-614" fmla="*/ 2792159 h 7431875"/>
              <ns1:gd name="connsiteX14-615" fmla="*/ 0 w 6858003"/>
              <ns1:gd name="connsiteY14-616" fmla="*/ 2647737 h 7431875"/>
              <ns1:gd name="connsiteX15-617" fmla="*/ 0 w 6858003"/>
              <ns1:gd name="connsiteY15-618" fmla="*/ 1989615 h 7431875"/>
              <ns1:gd name="connsiteX16-619" fmla="*/ 6858003 w 6858003"/>
              <ns1:gd name="connsiteY16-620" fmla="*/ 0 h 7431875"/>
              <ns1:gd name="connsiteX0-621" fmla="*/ 6872517 w 6872517"/>
              <ns1:gd name="connsiteY0-622" fmla="*/ 0 h 7431875"/>
              <ns1:gd name="connsiteX1-623" fmla="*/ 6872514 w 6872517"/>
              <ns1:gd name="connsiteY1-624" fmla="*/ 2647737 h 7431875"/>
              <ns1:gd name="connsiteX2-625" fmla="*/ 6872514 w 6872517"/>
              <ns1:gd name="connsiteY2-626" fmla="*/ 2792159 h 7431875"/>
              <ns1:gd name="connsiteX3-627" fmla="*/ 6872514 w 6872517"/>
              <ns1:gd name="connsiteY3-628" fmla="*/ 3251225 h 7431875"/>
              <ns1:gd name="connsiteX4-629" fmla="*/ 6872514 w 6872517"/>
              <ns1:gd name="connsiteY4-630" fmla="*/ 4926504 h 7431875"/>
              <ns1:gd name="connsiteX5-631" fmla="*/ 6872514 w 6872517"/>
              <ns1:gd name="connsiteY5-632" fmla="*/ 5070926 h 7431875"/>
              <ns1:gd name="connsiteX6-633" fmla="*/ 6872514 w 6872517"/>
              <ns1:gd name="connsiteY6-634" fmla="*/ 5153108 h 7431875"/>
              <ns1:gd name="connsiteX7-635" fmla="*/ 6872514 w 6872517"/>
              <ns1:gd name="connsiteY7-636" fmla="*/ 7431875 h 7431875"/>
              <ns1:gd name="connsiteX8-637" fmla="*/ 14514 w 6872517"/>
              <ns1:gd name="connsiteY8-638" fmla="*/ 7431875 h 7431875"/>
              <ns1:gd name="connsiteX9-639" fmla="*/ 14514 w 6872517"/>
              <ns1:gd name="connsiteY9-640" fmla="*/ 5153108 h 7431875"/>
              <ns1:gd name="connsiteX10-641" fmla="*/ 14514 w 6872517"/>
              <ns1:gd name="connsiteY10-642" fmla="*/ 5070926 h 7431875"/>
              <ns1:gd name="connsiteX11-643" fmla="*/ 14514 w 6872517"/>
              <ns1:gd name="connsiteY11-644" fmla="*/ 4926504 h 7431875"/>
              <ns1:gd name="connsiteX12-645" fmla="*/ 14514 w 6872517"/>
              <ns1:gd name="connsiteY12-646" fmla="*/ 4268382 h 7431875"/>
              <ns1:gd name="connsiteX13-647" fmla="*/ 14514 w 6872517"/>
              <ns1:gd name="connsiteY13-648" fmla="*/ 2792159 h 7431875"/>
              <ns1:gd name="connsiteX14-649" fmla="*/ 14514 w 6872517"/>
              <ns1:gd name="connsiteY14-650" fmla="*/ 2647737 h 7431875"/>
              <ns1:gd name="connsiteX15-651" fmla="*/ 0 w 6872517"/>
              <ns1:gd name="connsiteY15-652" fmla="*/ 480129 h 7431875"/>
              <ns1:gd name="connsiteX16-653" fmla="*/ 6872517 w 6872517"/>
              <ns1:gd name="connsiteY16-654" fmla="*/ 0 h 7431875"/>
              <ns1:gd name="connsiteX0-655" fmla="*/ 6858003 w 6858003"/>
              <ns1:gd name="connsiteY0-656" fmla="*/ 0 h 7431875"/>
              <ns1:gd name="connsiteX1-657" fmla="*/ 6858000 w 6858003"/>
              <ns1:gd name="connsiteY1-658" fmla="*/ 2647737 h 7431875"/>
              <ns1:gd name="connsiteX2-659" fmla="*/ 6858000 w 6858003"/>
              <ns1:gd name="connsiteY2-660" fmla="*/ 2792159 h 7431875"/>
              <ns1:gd name="connsiteX3-661" fmla="*/ 6858000 w 6858003"/>
              <ns1:gd name="connsiteY3-662" fmla="*/ 3251225 h 7431875"/>
              <ns1:gd name="connsiteX4-663" fmla="*/ 6858000 w 6858003"/>
              <ns1:gd name="connsiteY4-664" fmla="*/ 4926504 h 7431875"/>
              <ns1:gd name="connsiteX5-665" fmla="*/ 6858000 w 6858003"/>
              <ns1:gd name="connsiteY5-666" fmla="*/ 5070926 h 7431875"/>
              <ns1:gd name="connsiteX6-667" fmla="*/ 6858000 w 6858003"/>
              <ns1:gd name="connsiteY6-668" fmla="*/ 5153108 h 7431875"/>
              <ns1:gd name="connsiteX7-669" fmla="*/ 6858000 w 6858003"/>
              <ns1:gd name="connsiteY7-670" fmla="*/ 7431875 h 7431875"/>
              <ns1:gd name="connsiteX8-671" fmla="*/ 0 w 6858003"/>
              <ns1:gd name="connsiteY8-672" fmla="*/ 7431875 h 7431875"/>
              <ns1:gd name="connsiteX9-673" fmla="*/ 0 w 6858003"/>
              <ns1:gd name="connsiteY9-674" fmla="*/ 5153108 h 7431875"/>
              <ns1:gd name="connsiteX10-675" fmla="*/ 0 w 6858003"/>
              <ns1:gd name="connsiteY10-676" fmla="*/ 5070926 h 7431875"/>
              <ns1:gd name="connsiteX11-677" fmla="*/ 0 w 6858003"/>
              <ns1:gd name="connsiteY11-678" fmla="*/ 4926504 h 7431875"/>
              <ns1:gd name="connsiteX12-679" fmla="*/ 0 w 6858003"/>
              <ns1:gd name="connsiteY12-680" fmla="*/ 4268382 h 7431875"/>
              <ns1:gd name="connsiteX13-681" fmla="*/ 0 w 6858003"/>
              <ns1:gd name="connsiteY13-682" fmla="*/ 2792159 h 7431875"/>
              <ns1:gd name="connsiteX14-683" fmla="*/ 0 w 6858003"/>
              <ns1:gd name="connsiteY14-684" fmla="*/ 2647737 h 7431875"/>
              <ns1:gd name="connsiteX15-685" fmla="*/ 0 w 6858003"/>
              <ns1:gd name="connsiteY15-686" fmla="*/ 552701 h 7431875"/>
              <ns1:gd name="connsiteX16-687" fmla="*/ 6858003 w 6858003"/>
              <ns1:gd name="connsiteY16-688" fmla="*/ 0 h 7431875"/>
              <ns1:gd name="connsiteX0-689" fmla="*/ 6858003 w 6858003"/>
              <ns1:gd name="connsiteY0-690" fmla="*/ 0 h 7431875"/>
              <ns1:gd name="connsiteX1-691" fmla="*/ 6858000 w 6858003"/>
              <ns1:gd name="connsiteY1-692" fmla="*/ 2647737 h 7431875"/>
              <ns1:gd name="connsiteX2-693" fmla="*/ 6858000 w 6858003"/>
              <ns1:gd name="connsiteY2-694" fmla="*/ 2792159 h 7431875"/>
              <ns1:gd name="connsiteX3-695" fmla="*/ 6858000 w 6858003"/>
              <ns1:gd name="connsiteY3-696" fmla="*/ 3251225 h 7431875"/>
              <ns1:gd name="connsiteX4-697" fmla="*/ 6858000 w 6858003"/>
              <ns1:gd name="connsiteY4-698" fmla="*/ 4926504 h 7431875"/>
              <ns1:gd name="connsiteX5-699" fmla="*/ 6858000 w 6858003"/>
              <ns1:gd name="connsiteY5-700" fmla="*/ 5070926 h 7431875"/>
              <ns1:gd name="connsiteX6-701" fmla="*/ 6858000 w 6858003"/>
              <ns1:gd name="connsiteY6-702" fmla="*/ 5153108 h 7431875"/>
              <ns1:gd name="connsiteX7-703" fmla="*/ 6858000 w 6858003"/>
              <ns1:gd name="connsiteY7-704" fmla="*/ 7431875 h 7431875"/>
              <ns1:gd name="connsiteX8-705" fmla="*/ 0 w 6858003"/>
              <ns1:gd name="connsiteY8-706" fmla="*/ 7431875 h 7431875"/>
              <ns1:gd name="connsiteX9-707" fmla="*/ 0 w 6858003"/>
              <ns1:gd name="connsiteY9-708" fmla="*/ 5153108 h 7431875"/>
              <ns1:gd name="connsiteX10-709" fmla="*/ 0 w 6858003"/>
              <ns1:gd name="connsiteY10-710" fmla="*/ 5070926 h 7431875"/>
              <ns1:gd name="connsiteX11-711" fmla="*/ 0 w 6858003"/>
              <ns1:gd name="connsiteY11-712" fmla="*/ 4926504 h 7431875"/>
              <ns1:gd name="connsiteX12-713" fmla="*/ 0 w 6858003"/>
              <ns1:gd name="connsiteY12-714" fmla="*/ 4268382 h 7431875"/>
              <ns1:gd name="connsiteX13-715" fmla="*/ 0 w 6858003"/>
              <ns1:gd name="connsiteY13-716" fmla="*/ 2792159 h 7431875"/>
              <ns1:gd name="connsiteX14-717" fmla="*/ 0 w 6858003"/>
              <ns1:gd name="connsiteY14-718" fmla="*/ 552701 h 7431875"/>
              <ns1:gd name="connsiteX15-719" fmla="*/ 6858003 w 6858003"/>
              <ns1:gd name="connsiteY15-720" fmla="*/ 0 h 7431875"/>
              <ns1:gd name="connsiteX0-721" fmla="*/ 6858003 w 6858003"/>
              <ns1:gd name="connsiteY0-722" fmla="*/ 0 h 7431875"/>
              <ns1:gd name="connsiteX1-723" fmla="*/ 6858000 w 6858003"/>
              <ns1:gd name="connsiteY1-724" fmla="*/ 2647737 h 7431875"/>
              <ns1:gd name="connsiteX2-725" fmla="*/ 6858000 w 6858003"/>
              <ns1:gd name="connsiteY2-726" fmla="*/ 2792159 h 7431875"/>
              <ns1:gd name="connsiteX3-727" fmla="*/ 6858000 w 6858003"/>
              <ns1:gd name="connsiteY3-728" fmla="*/ 3251225 h 7431875"/>
              <ns1:gd name="connsiteX4-729" fmla="*/ 6858000 w 6858003"/>
              <ns1:gd name="connsiteY4-730" fmla="*/ 4926504 h 7431875"/>
              <ns1:gd name="connsiteX5-731" fmla="*/ 6858000 w 6858003"/>
              <ns1:gd name="connsiteY5-732" fmla="*/ 5070926 h 7431875"/>
              <ns1:gd name="connsiteX6-733" fmla="*/ 6858000 w 6858003"/>
              <ns1:gd name="connsiteY6-734" fmla="*/ 5153108 h 7431875"/>
              <ns1:gd name="connsiteX7-735" fmla="*/ 6858000 w 6858003"/>
              <ns1:gd name="connsiteY7-736" fmla="*/ 7431875 h 7431875"/>
              <ns1:gd name="connsiteX8-737" fmla="*/ 0 w 6858003"/>
              <ns1:gd name="connsiteY8-738" fmla="*/ 7431875 h 7431875"/>
              <ns1:gd name="connsiteX9-739" fmla="*/ 0 w 6858003"/>
              <ns1:gd name="connsiteY9-740" fmla="*/ 5153108 h 7431875"/>
              <ns1:gd name="connsiteX10-741" fmla="*/ 0 w 6858003"/>
              <ns1:gd name="connsiteY10-742" fmla="*/ 5070926 h 7431875"/>
              <ns1:gd name="connsiteX11-743" fmla="*/ 0 w 6858003"/>
              <ns1:gd name="connsiteY11-744" fmla="*/ 4926504 h 7431875"/>
              <ns1:gd name="connsiteX12-745" fmla="*/ 0 w 6858003"/>
              <ns1:gd name="connsiteY12-746" fmla="*/ 4268382 h 7431875"/>
              <ns1:gd name="connsiteX13-747" fmla="*/ 0 w 6858003"/>
              <ns1:gd name="connsiteY13-748" fmla="*/ 552701 h 7431875"/>
              <ns1:gd name="connsiteX14-749" fmla="*/ 6858003 w 6858003"/>
              <ns1:gd name="connsiteY14-750" fmla="*/ 0 h 7431875"/>
              <ns1:gd name="connsiteX0-751" fmla="*/ 6858003 w 6858003"/>
              <ns1:gd name="connsiteY0-752" fmla="*/ 0 h 7431875"/>
              <ns1:gd name="connsiteX1-753" fmla="*/ 6858000 w 6858003"/>
              <ns1:gd name="connsiteY1-754" fmla="*/ 2647737 h 7431875"/>
              <ns1:gd name="connsiteX2-755" fmla="*/ 6858000 w 6858003"/>
              <ns1:gd name="connsiteY2-756" fmla="*/ 2792159 h 7431875"/>
              <ns1:gd name="connsiteX3-757" fmla="*/ 6858000 w 6858003"/>
              <ns1:gd name="connsiteY3-758" fmla="*/ 3251225 h 7431875"/>
              <ns1:gd name="connsiteX4-759" fmla="*/ 6858000 w 6858003"/>
              <ns1:gd name="connsiteY4-760" fmla="*/ 4926504 h 7431875"/>
              <ns1:gd name="connsiteX5-761" fmla="*/ 6858000 w 6858003"/>
              <ns1:gd name="connsiteY5-762" fmla="*/ 5070926 h 7431875"/>
              <ns1:gd name="connsiteX6-763" fmla="*/ 6858000 w 6858003"/>
              <ns1:gd name="connsiteY6-764" fmla="*/ 5153108 h 7431875"/>
              <ns1:gd name="connsiteX7-765" fmla="*/ 6858000 w 6858003"/>
              <ns1:gd name="connsiteY7-766" fmla="*/ 7431875 h 7431875"/>
              <ns1:gd name="connsiteX8-767" fmla="*/ 0 w 6858003"/>
              <ns1:gd name="connsiteY8-768" fmla="*/ 7431875 h 7431875"/>
              <ns1:gd name="connsiteX9-769" fmla="*/ 0 w 6858003"/>
              <ns1:gd name="connsiteY9-770" fmla="*/ 5153108 h 7431875"/>
              <ns1:gd name="connsiteX10-771" fmla="*/ 0 w 6858003"/>
              <ns1:gd name="connsiteY10-772" fmla="*/ 5070926 h 7431875"/>
              <ns1:gd name="connsiteX11-773" fmla="*/ 0 w 6858003"/>
              <ns1:gd name="connsiteY11-774" fmla="*/ 4926504 h 7431875"/>
              <ns1:gd name="connsiteX12-775" fmla="*/ 0 w 6858003"/>
              <ns1:gd name="connsiteY12-776" fmla="*/ 552701 h 7431875"/>
              <ns1:gd name="connsiteX13-777" fmla="*/ 6858003 w 6858003"/>
              <ns1:gd name="connsiteY13-778" fmla="*/ 0 h 7431875"/>
              <ns1:gd name="connsiteX0-779" fmla="*/ 6858003 w 6858003"/>
              <ns1:gd name="connsiteY0-780" fmla="*/ 0 h 7431875"/>
              <ns1:gd name="connsiteX1-781" fmla="*/ 6858000 w 6858003"/>
              <ns1:gd name="connsiteY1-782" fmla="*/ 2647737 h 7431875"/>
              <ns1:gd name="connsiteX2-783" fmla="*/ 6858000 w 6858003"/>
              <ns1:gd name="connsiteY2-784" fmla="*/ 2792159 h 7431875"/>
              <ns1:gd name="connsiteX3-785" fmla="*/ 6858000 w 6858003"/>
              <ns1:gd name="connsiteY3-786" fmla="*/ 3251225 h 7431875"/>
              <ns1:gd name="connsiteX4-787" fmla="*/ 6858000 w 6858003"/>
              <ns1:gd name="connsiteY4-788" fmla="*/ 4926504 h 7431875"/>
              <ns1:gd name="connsiteX5-789" fmla="*/ 6858000 w 6858003"/>
              <ns1:gd name="connsiteY5-790" fmla="*/ 5070926 h 7431875"/>
              <ns1:gd name="connsiteX6-791" fmla="*/ 6858000 w 6858003"/>
              <ns1:gd name="connsiteY6-792" fmla="*/ 5153108 h 7431875"/>
              <ns1:gd name="connsiteX7-793" fmla="*/ 6858000 w 6858003"/>
              <ns1:gd name="connsiteY7-794" fmla="*/ 7431875 h 7431875"/>
              <ns1:gd name="connsiteX8-795" fmla="*/ 0 w 6858003"/>
              <ns1:gd name="connsiteY8-796" fmla="*/ 7431875 h 7431875"/>
              <ns1:gd name="connsiteX9-797" fmla="*/ 0 w 6858003"/>
              <ns1:gd name="connsiteY9-798" fmla="*/ 5153108 h 7431875"/>
              <ns1:gd name="connsiteX10-799" fmla="*/ 0 w 6858003"/>
              <ns1:gd name="connsiteY10-800" fmla="*/ 5070926 h 7431875"/>
              <ns1:gd name="connsiteX11-801" fmla="*/ 0 w 6858003"/>
              <ns1:gd name="connsiteY11-802" fmla="*/ 552701 h 7431875"/>
              <ns1:gd name="connsiteX12-803" fmla="*/ 6858003 w 6858003"/>
              <ns1:gd name="connsiteY12-804" fmla="*/ 0 h 7431875"/>
              <ns1:gd name="connsiteX0-805" fmla="*/ 6858003 w 6858003"/>
              <ns1:gd name="connsiteY0-806" fmla="*/ 0 h 7431875"/>
              <ns1:gd name="connsiteX1-807" fmla="*/ 6858000 w 6858003"/>
              <ns1:gd name="connsiteY1-808" fmla="*/ 2647737 h 7431875"/>
              <ns1:gd name="connsiteX2-809" fmla="*/ 6858000 w 6858003"/>
              <ns1:gd name="connsiteY2-810" fmla="*/ 2792159 h 7431875"/>
              <ns1:gd name="connsiteX3-811" fmla="*/ 6858000 w 6858003"/>
              <ns1:gd name="connsiteY3-812" fmla="*/ 3251225 h 7431875"/>
              <ns1:gd name="connsiteX4-813" fmla="*/ 6858000 w 6858003"/>
              <ns1:gd name="connsiteY4-814" fmla="*/ 4926504 h 7431875"/>
              <ns1:gd name="connsiteX5-815" fmla="*/ 6858000 w 6858003"/>
              <ns1:gd name="connsiteY5-816" fmla="*/ 5070926 h 7431875"/>
              <ns1:gd name="connsiteX6-817" fmla="*/ 6858000 w 6858003"/>
              <ns1:gd name="connsiteY6-818" fmla="*/ 5153108 h 7431875"/>
              <ns1:gd name="connsiteX7-819" fmla="*/ 6858000 w 6858003"/>
              <ns1:gd name="connsiteY7-820" fmla="*/ 7431875 h 7431875"/>
              <ns1:gd name="connsiteX8-821" fmla="*/ 0 w 6858003"/>
              <ns1:gd name="connsiteY8-822" fmla="*/ 7431875 h 7431875"/>
              <ns1:gd name="connsiteX9-823" fmla="*/ 0 w 6858003"/>
              <ns1:gd name="connsiteY9-824" fmla="*/ 5153108 h 7431875"/>
              <ns1:gd name="connsiteX10-825" fmla="*/ 0 w 6858003"/>
              <ns1:gd name="connsiteY10-826" fmla="*/ 552701 h 7431875"/>
              <ns1:gd name="connsiteX11-827" fmla="*/ 6858003 w 6858003"/>
              <ns1:gd name="connsiteY11-828" fmla="*/ 0 h 7431875"/>
              <ns1:gd name="connsiteX0-829" fmla="*/ 6858003 w 6858003"/>
              <ns1:gd name="connsiteY0-830" fmla="*/ 0 h 7431875"/>
              <ns1:gd name="connsiteX1-831" fmla="*/ 6858000 w 6858003"/>
              <ns1:gd name="connsiteY1-832" fmla="*/ 2647737 h 7431875"/>
              <ns1:gd name="connsiteX2-833" fmla="*/ 6858000 w 6858003"/>
              <ns1:gd name="connsiteY2-834" fmla="*/ 2792159 h 7431875"/>
              <ns1:gd name="connsiteX3-835" fmla="*/ 6858000 w 6858003"/>
              <ns1:gd name="connsiteY3-836" fmla="*/ 3251225 h 7431875"/>
              <ns1:gd name="connsiteX4-837" fmla="*/ 6858000 w 6858003"/>
              <ns1:gd name="connsiteY4-838" fmla="*/ 4926504 h 7431875"/>
              <ns1:gd name="connsiteX5-839" fmla="*/ 6858000 w 6858003"/>
              <ns1:gd name="connsiteY5-840" fmla="*/ 5070926 h 7431875"/>
              <ns1:gd name="connsiteX6-841" fmla="*/ 6858000 w 6858003"/>
              <ns1:gd name="connsiteY6-842" fmla="*/ 5153108 h 7431875"/>
              <ns1:gd name="connsiteX7-843" fmla="*/ 6858000 w 6858003"/>
              <ns1:gd name="connsiteY7-844" fmla="*/ 7431875 h 7431875"/>
              <ns1:gd name="connsiteX8-845" fmla="*/ 0 w 6858003"/>
              <ns1:gd name="connsiteY8-846" fmla="*/ 7431875 h 7431875"/>
              <ns1:gd name="connsiteX9-847" fmla="*/ 0 w 6858003"/>
              <ns1:gd name="connsiteY9-848" fmla="*/ 552701 h 7431875"/>
              <ns1:gd name="connsiteX10-849" fmla="*/ 6858003 w 6858003"/>
              <ns1:gd name="connsiteY10-850" fmla="*/ 0 h 7431875"/>
              <ns1:gd name="connsiteX0-851" fmla="*/ 6858003 w 6858003"/>
              <ns1:gd name="connsiteY0-852" fmla="*/ 0 h 7431875"/>
              <ns1:gd name="connsiteX1-853" fmla="*/ 6858000 w 6858003"/>
              <ns1:gd name="connsiteY1-854" fmla="*/ 2647737 h 7431875"/>
              <ns1:gd name="connsiteX2-855" fmla="*/ 6858000 w 6858003"/>
              <ns1:gd name="connsiteY2-856" fmla="*/ 2792159 h 7431875"/>
              <ns1:gd name="connsiteX3-857" fmla="*/ 6858000 w 6858003"/>
              <ns1:gd name="connsiteY3-858" fmla="*/ 3251225 h 7431875"/>
              <ns1:gd name="connsiteX4-859" fmla="*/ 6858000 w 6858003"/>
              <ns1:gd name="connsiteY4-860" fmla="*/ 4926504 h 7431875"/>
              <ns1:gd name="connsiteX5-861" fmla="*/ 6858000 w 6858003"/>
              <ns1:gd name="connsiteY5-862" fmla="*/ 5070926 h 7431875"/>
              <ns1:gd name="connsiteX6-863" fmla="*/ 6858000 w 6858003"/>
              <ns1:gd name="connsiteY6-864" fmla="*/ 7431875 h 7431875"/>
              <ns1:gd name="connsiteX7-865" fmla="*/ 0 w 6858003"/>
              <ns1:gd name="connsiteY7-866" fmla="*/ 7431875 h 7431875"/>
              <ns1:gd name="connsiteX8-867" fmla="*/ 0 w 6858003"/>
              <ns1:gd name="connsiteY8-868" fmla="*/ 552701 h 7431875"/>
              <ns1:gd name="connsiteX9-869" fmla="*/ 6858003 w 6858003"/>
              <ns1:gd name="connsiteY9-870" fmla="*/ 0 h 7431875"/>
              <ns1:gd name="connsiteX0-871" fmla="*/ 6858003 w 6858003"/>
              <ns1:gd name="connsiteY0-872" fmla="*/ 0 h 7431875"/>
              <ns1:gd name="connsiteX1-873" fmla="*/ 6858000 w 6858003"/>
              <ns1:gd name="connsiteY1-874" fmla="*/ 2647737 h 7431875"/>
              <ns1:gd name="connsiteX2-875" fmla="*/ 6858000 w 6858003"/>
              <ns1:gd name="connsiteY2-876" fmla="*/ 2792159 h 7431875"/>
              <ns1:gd name="connsiteX3-877" fmla="*/ 6858000 w 6858003"/>
              <ns1:gd name="connsiteY3-878" fmla="*/ 3251225 h 7431875"/>
              <ns1:gd name="connsiteX4-879" fmla="*/ 6858000 w 6858003"/>
              <ns1:gd name="connsiteY4-880" fmla="*/ 4926504 h 7431875"/>
              <ns1:gd name="connsiteX5-881" fmla="*/ 6858000 w 6858003"/>
              <ns1:gd name="connsiteY5-882" fmla="*/ 7431875 h 7431875"/>
              <ns1:gd name="connsiteX6-883" fmla="*/ 0 w 6858003"/>
              <ns1:gd name="connsiteY6-884" fmla="*/ 7431875 h 7431875"/>
              <ns1:gd name="connsiteX7-885" fmla="*/ 0 w 6858003"/>
              <ns1:gd name="connsiteY7-886" fmla="*/ 552701 h 7431875"/>
              <ns1:gd name="connsiteX8-887" fmla="*/ 6858003 w 6858003"/>
              <ns1:gd name="connsiteY8-888" fmla="*/ 0 h 7431875"/>
              <ns1:gd name="connsiteX0-889" fmla="*/ 6858003 w 6858003"/>
              <ns1:gd name="connsiteY0-890" fmla="*/ 0 h 7431875"/>
              <ns1:gd name="connsiteX1-891" fmla="*/ 6858000 w 6858003"/>
              <ns1:gd name="connsiteY1-892" fmla="*/ 2647737 h 7431875"/>
              <ns1:gd name="connsiteX2-893" fmla="*/ 6858000 w 6858003"/>
              <ns1:gd name="connsiteY2-894" fmla="*/ 2792159 h 7431875"/>
              <ns1:gd name="connsiteX3-895" fmla="*/ 6858000 w 6858003"/>
              <ns1:gd name="connsiteY3-896" fmla="*/ 3251225 h 7431875"/>
              <ns1:gd name="connsiteX4-897" fmla="*/ 6858000 w 6858003"/>
              <ns1:gd name="connsiteY4-898" fmla="*/ 7431875 h 7431875"/>
              <ns1:gd name="connsiteX5-899" fmla="*/ 0 w 6858003"/>
              <ns1:gd name="connsiteY5-900" fmla="*/ 7431875 h 7431875"/>
              <ns1:gd name="connsiteX6-901" fmla="*/ 0 w 6858003"/>
              <ns1:gd name="connsiteY6-902" fmla="*/ 552701 h 7431875"/>
              <ns1:gd name="connsiteX7-903" fmla="*/ 6858003 w 6858003"/>
              <ns1:gd name="connsiteY7-904" fmla="*/ 0 h 7431875"/>
              <ns1:gd name="connsiteX0-905" fmla="*/ 6858003 w 6858003"/>
              <ns1:gd name="connsiteY0-906" fmla="*/ 0 h 7431875"/>
              <ns1:gd name="connsiteX1-907" fmla="*/ 6858000 w 6858003"/>
              <ns1:gd name="connsiteY1-908" fmla="*/ 2647737 h 7431875"/>
              <ns1:gd name="connsiteX2-909" fmla="*/ 6858000 w 6858003"/>
              <ns1:gd name="connsiteY2-910" fmla="*/ 2792159 h 7431875"/>
              <ns1:gd name="connsiteX3-911" fmla="*/ 6858000 w 6858003"/>
              <ns1:gd name="connsiteY3-912" fmla="*/ 7431875 h 7431875"/>
              <ns1:gd name="connsiteX4-913" fmla="*/ 0 w 6858003"/>
              <ns1:gd name="connsiteY4-914" fmla="*/ 7431875 h 7431875"/>
              <ns1:gd name="connsiteX5-915" fmla="*/ 0 w 6858003"/>
              <ns1:gd name="connsiteY5-916" fmla="*/ 552701 h 7431875"/>
              <ns1:gd name="connsiteX6-917" fmla="*/ 6858003 w 6858003"/>
              <ns1:gd name="connsiteY6-918" fmla="*/ 0 h 7431875"/>
              <ns1:gd name="connsiteX0-919" fmla="*/ 6858003 w 6858003"/>
              <ns1:gd name="connsiteY0-920" fmla="*/ 0 h 7431875"/>
              <ns1:gd name="connsiteX1-921" fmla="*/ 6858000 w 6858003"/>
              <ns1:gd name="connsiteY1-922" fmla="*/ 2647737 h 7431875"/>
              <ns1:gd name="connsiteX2-923" fmla="*/ 6858000 w 6858003"/>
              <ns1:gd name="connsiteY2-924" fmla="*/ 7431875 h 7431875"/>
              <ns1:gd name="connsiteX3-925" fmla="*/ 0 w 6858003"/>
              <ns1:gd name="connsiteY3-926" fmla="*/ 7431875 h 7431875"/>
              <ns1:gd name="connsiteX4-927" fmla="*/ 0 w 6858003"/>
              <ns1:gd name="connsiteY4-928" fmla="*/ 552701 h 7431875"/>
              <ns1:gd name="connsiteX5-929" fmla="*/ 6858003 w 6858003"/>
              <ns1:gd name="connsiteY5-930" fmla="*/ 0 h 7431875"/>
              <ns1:gd name="connsiteX0-931" fmla="*/ 6872517 w 6872517"/>
              <ns1:gd name="connsiteY0-932" fmla="*/ 42385 h 6879174"/>
              <ns1:gd name="connsiteX1-933" fmla="*/ 6858000 w 6872517"/>
              <ns1:gd name="connsiteY1-934" fmla="*/ 2095036 h 6879174"/>
              <ns1:gd name="connsiteX2-935" fmla="*/ 6858000 w 6872517"/>
              <ns1:gd name="connsiteY2-936" fmla="*/ 6879174 h 6879174"/>
              <ns1:gd name="connsiteX3-937" fmla="*/ 0 w 6872517"/>
              <ns1:gd name="connsiteY3-938" fmla="*/ 6879174 h 6879174"/>
              <ns1:gd name="connsiteX4-939" fmla="*/ 0 w 6872517"/>
              <ns1:gd name="connsiteY4-940" fmla="*/ 0 h 6879174"/>
              <ns1:gd name="connsiteX5-941" fmla="*/ 6872517 w 6872517"/>
              <ns1:gd name="connsiteY5-942" fmla="*/ 42385 h 6879174"/>
              <ns1:gd name="connsiteX0-943" fmla="*/ 6872520 w 6872520"/>
              <ns1:gd name="connsiteY0-944" fmla="*/ 0 h 6880332"/>
              <ns1:gd name="connsiteX1-945" fmla="*/ 6858000 w 6872520"/>
              <ns1:gd name="connsiteY1-946" fmla="*/ 2096194 h 6880332"/>
              <ns1:gd name="connsiteX2-947" fmla="*/ 6858000 w 6872520"/>
              <ns1:gd name="connsiteY2-948" fmla="*/ 6880332 h 6880332"/>
              <ns1:gd name="connsiteX3-949" fmla="*/ 0 w 6872520"/>
              <ns1:gd name="connsiteY3-950" fmla="*/ 6880332 h 6880332"/>
              <ns1:gd name="connsiteX4-951" fmla="*/ 0 w 6872520"/>
              <ns1:gd name="connsiteY4-952" fmla="*/ 1158 h 6880332"/>
              <ns1:gd name="connsiteX5-953" fmla="*/ 6872520 w 6872520"/>
              <ns1:gd name="connsiteY5-954" fmla="*/ 0 h 6880332"/>
              <ns1:gd name="connsiteX0-955" fmla="*/ 6872520 w 6872520"/>
              <ns1:gd name="connsiteY0-956" fmla="*/ 0 h 6880332"/>
              <ns1:gd name="connsiteX1-957" fmla="*/ 6858000 w 6872520"/>
              <ns1:gd name="connsiteY1-958" fmla="*/ 2096194 h 6880332"/>
              <ns1:gd name="connsiteX2-959" fmla="*/ 6858000 w 6872520"/>
              <ns1:gd name="connsiteY2-960" fmla="*/ 6880332 h 6880332"/>
              <ns1:gd name="connsiteX3-961" fmla="*/ 0 w 6872520"/>
              <ns1:gd name="connsiteY3-962" fmla="*/ 6880332 h 6880332"/>
              <ns1:gd name="connsiteX4-963" fmla="*/ 0 w 6872520"/>
              <ns1:gd name="connsiteY4-964" fmla="*/ 1158 h 6880332"/>
              <ns1:gd name="connsiteX5-965" fmla="*/ 6872520 w 6872520"/>
              <ns1:gd name="connsiteY5-966" fmla="*/ 0 h 6880332"/>
              <ns1:gd name="connsiteX0-967" fmla="*/ 6843491 w 6858000"/>
              <ns1:gd name="connsiteY0-968" fmla="*/ 202042 h 6879174"/>
              <ns1:gd name="connsiteX1-969" fmla="*/ 6858000 w 6858000"/>
              <ns1:gd name="connsiteY1-970" fmla="*/ 2095036 h 6879174"/>
              <ns1:gd name="connsiteX2-971" fmla="*/ 6858000 w 6858000"/>
              <ns1:gd name="connsiteY2-972" fmla="*/ 6879174 h 6879174"/>
              <ns1:gd name="connsiteX3-973" fmla="*/ 0 w 6858000"/>
              <ns1:gd name="connsiteY3-974" fmla="*/ 6879174 h 6879174"/>
              <ns1:gd name="connsiteX4-975" fmla="*/ 0 w 6858000"/>
              <ns1:gd name="connsiteY4-976" fmla="*/ 0 h 6879174"/>
              <ns1:gd name="connsiteX5-977" fmla="*/ 6843491 w 6858000"/>
              <ns1:gd name="connsiteY5-978" fmla="*/ 202042 h 6879174"/>
              <ns1:gd name="connsiteX0-979" fmla="*/ 6843491 w 6858000"/>
              <ns1:gd name="connsiteY0-980" fmla="*/ 202042 h 6879174"/>
              <ns1:gd name="connsiteX1-981" fmla="*/ 6858000 w 6858000"/>
              <ns1:gd name="connsiteY1-982" fmla="*/ 2095036 h 6879174"/>
              <ns1:gd name="connsiteX2-983" fmla="*/ 6858000 w 6858000"/>
              <ns1:gd name="connsiteY2-984" fmla="*/ 6879174 h 6879174"/>
              <ns1:gd name="connsiteX3-985" fmla="*/ 0 w 6858000"/>
              <ns1:gd name="connsiteY3-986" fmla="*/ 6879174 h 6879174"/>
              <ns1:gd name="connsiteX4-987" fmla="*/ 0 w 6858000"/>
              <ns1:gd name="connsiteY4-988" fmla="*/ 0 h 6879174"/>
              <ns1:gd name="connsiteX5-989" fmla="*/ 6843491 w 6858000"/>
              <ns1:gd name="connsiteY5-990" fmla="*/ 202042 h 6879174"/>
              <ns1:gd name="connsiteX0-991" fmla="*/ 6843491 w 6858000"/>
              <ns1:gd name="connsiteY0-992" fmla="*/ 202042 h 6879174"/>
              <ns1:gd name="connsiteX1-993" fmla="*/ 6858000 w 6858000"/>
              <ns1:gd name="connsiteY1-994" fmla="*/ 2095036 h 6879174"/>
              <ns1:gd name="connsiteX2-995" fmla="*/ 6858000 w 6858000"/>
              <ns1:gd name="connsiteY2-996" fmla="*/ 6879174 h 6879174"/>
              <ns1:gd name="connsiteX3-997" fmla="*/ 0 w 6858000"/>
              <ns1:gd name="connsiteY3-998" fmla="*/ 6879174 h 6879174"/>
              <ns1:gd name="connsiteX4-999" fmla="*/ 0 w 6858000"/>
              <ns1:gd name="connsiteY4-1000" fmla="*/ 0 h 6879174"/>
              <ns1:gd name="connsiteX5-1001" fmla="*/ 6843491 w 6858000"/>
              <ns1:gd name="connsiteY5-1002" fmla="*/ 202042 h 6879174"/>
              <ns1:gd name="connsiteX0-1003" fmla="*/ 6856191 w 6858000"/>
              <ns1:gd name="connsiteY0-1004" fmla="*/ 214742 h 6879174"/>
              <ns1:gd name="connsiteX1-1005" fmla="*/ 6858000 w 6858000"/>
              <ns1:gd name="connsiteY1-1006" fmla="*/ 2095036 h 6879174"/>
              <ns1:gd name="connsiteX2-1007" fmla="*/ 6858000 w 6858000"/>
              <ns1:gd name="connsiteY2-1008" fmla="*/ 6879174 h 6879174"/>
              <ns1:gd name="connsiteX3-1009" fmla="*/ 0 w 6858000"/>
              <ns1:gd name="connsiteY3-1010" fmla="*/ 6879174 h 6879174"/>
              <ns1:gd name="connsiteX4-1011" fmla="*/ 0 w 6858000"/>
              <ns1:gd name="connsiteY4-1012" fmla="*/ 0 h 6879174"/>
              <ns1:gd name="connsiteX5-1013" fmla="*/ 6856191 w 6858000"/>
              <ns1:gd name="connsiteY5-1014" fmla="*/ 214742 h 6879174"/>
              <ns1:gd name="connsiteX0-1015" fmla="*/ 6856191 w 6858000"/>
              <ns1:gd name="connsiteY0-1016" fmla="*/ 209979 h 6879174"/>
              <ns1:gd name="connsiteX1-1017" fmla="*/ 6858000 w 6858000"/>
              <ns1:gd name="connsiteY1-1018" fmla="*/ 2095036 h 6879174"/>
              <ns1:gd name="connsiteX2-1019" fmla="*/ 6858000 w 6858000"/>
              <ns1:gd name="connsiteY2-1020" fmla="*/ 6879174 h 6879174"/>
              <ns1:gd name="connsiteX3-1021" fmla="*/ 0 w 6858000"/>
              <ns1:gd name="connsiteY3-1022" fmla="*/ 6879174 h 6879174"/>
              <ns1:gd name="connsiteX4-1023" fmla="*/ 0 w 6858000"/>
              <ns1:gd name="connsiteY4-1024" fmla="*/ 0 h 6879174"/>
              <ns1:gd name="connsiteX5-1025" fmla="*/ 6856191 w 6858000"/>
              <ns1:gd name="connsiteY5-1026" fmla="*/ 209979 h 6879174"/>
              <ns1:gd name="connsiteX0-1027" fmla="*/ 6868891 w 6868891"/>
              <ns1:gd name="connsiteY0-1028" fmla="*/ 197279 h 6879174"/>
              <ns1:gd name="connsiteX1-1029" fmla="*/ 6858000 w 6868891"/>
              <ns1:gd name="connsiteY1-1030" fmla="*/ 2095036 h 6879174"/>
              <ns1:gd name="connsiteX2-1031" fmla="*/ 6858000 w 6868891"/>
              <ns1:gd name="connsiteY2-1032" fmla="*/ 6879174 h 6879174"/>
              <ns1:gd name="connsiteX3-1033" fmla="*/ 0 w 6868891"/>
              <ns1:gd name="connsiteY3-1034" fmla="*/ 6879174 h 6879174"/>
              <ns1:gd name="connsiteX4-1035" fmla="*/ 0 w 6868891"/>
              <ns1:gd name="connsiteY4-1036" fmla="*/ 0 h 6879174"/>
              <ns1:gd name="connsiteX5-1037" fmla="*/ 6868891 w 6868891"/>
              <ns1:gd name="connsiteY5-1038" fmla="*/ 197279 h 6879174"/>
              <ns1:gd name="connsiteX0-1039" fmla="*/ 6868891 w 7721392"/>
              <ns1:gd name="connsiteY0-1040" fmla="*/ 197279 h 6879174"/>
              <ns1:gd name="connsiteX1-1041" fmla="*/ 6858000 w 7721392"/>
              <ns1:gd name="connsiteY1-1042" fmla="*/ 6879174 h 6879174"/>
              <ns1:gd name="connsiteX2-1043" fmla="*/ 0 w 7721392"/>
              <ns1:gd name="connsiteY2-1044" fmla="*/ 6879174 h 6879174"/>
              <ns1:gd name="connsiteX3-1045" fmla="*/ 0 w 7721392"/>
              <ns1:gd name="connsiteY3-1046" fmla="*/ 0 h 6879174"/>
              <ns1:gd name="connsiteX4-1047" fmla="*/ 6868891 w 7721392"/>
              <ns1:gd name="connsiteY4-1048" fmla="*/ 197279 h 6879174"/>
              <ns1:gd name="connsiteX0-1049" fmla="*/ 6868891 w 7373946"/>
              <ns1:gd name="connsiteY0-1050" fmla="*/ 197279 h 6879174"/>
              <ns1:gd name="connsiteX1-1051" fmla="*/ 6858000 w 7373946"/>
              <ns1:gd name="connsiteY1-1052" fmla="*/ 6879174 h 6879174"/>
              <ns1:gd name="connsiteX2-1053" fmla="*/ 0 w 7373946"/>
              <ns1:gd name="connsiteY2-1054" fmla="*/ 6879174 h 6879174"/>
              <ns1:gd name="connsiteX3-1055" fmla="*/ 0 w 7373946"/>
              <ns1:gd name="connsiteY3-1056" fmla="*/ 0 h 6879174"/>
              <ns1:gd name="connsiteX4-1057" fmla="*/ 6868891 w 7373946"/>
              <ns1:gd name="connsiteY4-1058" fmla="*/ 197279 h 6879174"/>
              <ns1:gd name="connsiteX0-1059" fmla="*/ 6868891 w 8182025"/>
              <ns1:gd name="connsiteY0-1060" fmla="*/ 197279 h 6879174"/>
              <ns1:gd name="connsiteX1-1061" fmla="*/ 6858000 w 8182025"/>
              <ns1:gd name="connsiteY1-1062" fmla="*/ 6879174 h 6879174"/>
              <ns1:gd name="connsiteX2-1063" fmla="*/ 0 w 8182025"/>
              <ns1:gd name="connsiteY2-1064" fmla="*/ 6879174 h 6879174"/>
              <ns1:gd name="connsiteX3-1065" fmla="*/ 0 w 8182025"/>
              <ns1:gd name="connsiteY3-1066" fmla="*/ 0 h 6879174"/>
              <ns1:gd name="connsiteX4-1067" fmla="*/ 6868891 w 8182025"/>
              <ns1:gd name="connsiteY4-1068" fmla="*/ 197279 h 6879174"/>
              <ns1:gd name="connsiteX0-1069" fmla="*/ 6868891 w 8182025"/>
              <ns1:gd name="connsiteY0-1070" fmla="*/ 197279 h 6879174"/>
              <ns1:gd name="connsiteX1-1071" fmla="*/ 6858000 w 8182025"/>
              <ns1:gd name="connsiteY1-1072" fmla="*/ 6879174 h 6879174"/>
              <ns1:gd name="connsiteX2-1073" fmla="*/ 0 w 8182025"/>
              <ns1:gd name="connsiteY2-1074" fmla="*/ 6879174 h 6879174"/>
              <ns1:gd name="connsiteX3-1075" fmla="*/ 0 w 8182025"/>
              <ns1:gd name="connsiteY3-1076" fmla="*/ 0 h 6879174"/>
              <ns1:gd name="connsiteX4-1077" fmla="*/ 6868891 w 8182025"/>
              <ns1:gd name="connsiteY4-1078" fmla="*/ 197279 h 6879174"/>
              <ns1:gd name="connsiteX0-1079" fmla="*/ 6868891 w 8182025"/>
              <ns1:gd name="connsiteY0-1080" fmla="*/ 197279 h 6879174"/>
              <ns1:gd name="connsiteX1-1081" fmla="*/ 6858000 w 8182025"/>
              <ns1:gd name="connsiteY1-1082" fmla="*/ 6879174 h 6879174"/>
              <ns1:gd name="connsiteX2-1083" fmla="*/ 0 w 8182025"/>
              <ns1:gd name="connsiteY2-1084" fmla="*/ 6879174 h 6879174"/>
              <ns1:gd name="connsiteX3-1085" fmla="*/ 0 w 8182025"/>
              <ns1:gd name="connsiteY3-1086" fmla="*/ 0 h 6879174"/>
              <ns1:gd name="connsiteX4-1087" fmla="*/ 6868891 w 8182025"/>
              <ns1:gd name="connsiteY4-1088" fmla="*/ 197279 h 6879174"/>
              <ns1:gd name="connsiteX0-1089" fmla="*/ 6868891 w 8182025"/>
              <ns1:gd name="connsiteY0-1090" fmla="*/ 197279 h 6879174"/>
              <ns1:gd name="connsiteX1-1091" fmla="*/ 6858000 w 8182025"/>
              <ns1:gd name="connsiteY1-1092" fmla="*/ 6879174 h 6879174"/>
              <ns1:gd name="connsiteX2-1093" fmla="*/ 0 w 8182025"/>
              <ns1:gd name="connsiteY2-1094" fmla="*/ 6879174 h 6879174"/>
              <ns1:gd name="connsiteX3-1095" fmla="*/ 0 w 8182025"/>
              <ns1:gd name="connsiteY3-1096" fmla="*/ 0 h 6879174"/>
              <ns1:gd name="connsiteX4-1097" fmla="*/ 6868891 w 8182025"/>
              <ns1:gd name="connsiteY4-1098" fmla="*/ 197279 h 6879174"/>
              <ns1:gd name="connsiteX0-1099" fmla="*/ 6868891 w 7374082"/>
              <ns1:gd name="connsiteY0-1100" fmla="*/ 197279 h 7217839"/>
              <ns1:gd name="connsiteX1-1101" fmla="*/ 6858000 w 7374082"/>
              <ns1:gd name="connsiteY1-1102" fmla="*/ 6879174 h 7217839"/>
              <ns1:gd name="connsiteX2-1103" fmla="*/ 0 w 7374082"/>
              <ns1:gd name="connsiteY2-1104" fmla="*/ 6879174 h 7217839"/>
              <ns1:gd name="connsiteX3-1105" fmla="*/ 0 w 7374082"/>
              <ns1:gd name="connsiteY3-1106" fmla="*/ 0 h 7217839"/>
              <ns1:gd name="connsiteX4-1107" fmla="*/ 6868891 w 7374082"/>
              <ns1:gd name="connsiteY4-1108" fmla="*/ 197279 h 7217839"/>
              <ns1:gd name="connsiteX0-1109" fmla="*/ 6868891 w 7513044"/>
              <ns1:gd name="connsiteY0-1110" fmla="*/ 197279 h 6879174"/>
              <ns1:gd name="connsiteX1-1111" fmla="*/ 6858000 w 7513044"/>
              <ns1:gd name="connsiteY1-1112" fmla="*/ 6879174 h 6879174"/>
              <ns1:gd name="connsiteX2-1113" fmla="*/ 0 w 7513044"/>
              <ns1:gd name="connsiteY2-1114" fmla="*/ 6879174 h 6879174"/>
              <ns1:gd name="connsiteX3-1115" fmla="*/ 0 w 7513044"/>
              <ns1:gd name="connsiteY3-1116" fmla="*/ 0 h 6879174"/>
              <ns1:gd name="connsiteX4-1117" fmla="*/ 6868891 w 7513044"/>
              <ns1:gd name="connsiteY4-1118" fmla="*/ 197279 h 6879174"/>
              <ns1:gd name="connsiteX0-1119" fmla="*/ 6868891 w 7374082"/>
              <ns1:gd name="connsiteY0-1120" fmla="*/ 197279 h 6879174"/>
              <ns1:gd name="connsiteX1-1121" fmla="*/ 6858000 w 7374082"/>
              <ns1:gd name="connsiteY1-1122" fmla="*/ 6879174 h 6879174"/>
              <ns1:gd name="connsiteX2-1123" fmla="*/ 0 w 7374082"/>
              <ns1:gd name="connsiteY2-1124" fmla="*/ 6879174 h 6879174"/>
              <ns1:gd name="connsiteX3-1125" fmla="*/ 0 w 7374082"/>
              <ns1:gd name="connsiteY3-1126" fmla="*/ 0 h 6879174"/>
              <ns1:gd name="connsiteX4-1127" fmla="*/ 6868891 w 7374082"/>
              <ns1:gd name="connsiteY4-1128" fmla="*/ 197279 h 6879174"/>
              <ns1:gd name="connsiteX0-1129" fmla="*/ 6868891 w 6868891"/>
              <ns1:gd name="connsiteY0-1130" fmla="*/ 197279 h 6879174"/>
              <ns1:gd name="connsiteX1-1131" fmla="*/ 6858000 w 6868891"/>
              <ns1:gd name="connsiteY1-1132" fmla="*/ 6879174 h 6879174"/>
              <ns1:gd name="connsiteX2-1133" fmla="*/ 0 w 6868891"/>
              <ns1:gd name="connsiteY2-1134" fmla="*/ 6879174 h 6879174"/>
              <ns1:gd name="connsiteX3-1135" fmla="*/ 0 w 6868891"/>
              <ns1:gd name="connsiteY3-1136" fmla="*/ 0 h 6879174"/>
              <ns1:gd name="connsiteX4-1137" fmla="*/ 6868891 w 6868891"/>
              <ns1:gd name="connsiteY4-1138" fmla="*/ 197279 h 687917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6868891" h="6879174">
                <ns1:moveTo>
                  <ns1:pt x="6868891" y="197279"/>
                </ns1:moveTo>
                <ns1:cubicBezTo>
                  <ns1:pt x="6865263" y="1808265"/>
                  <ns1:pt x="6858000" y="6879174"/>
                  <ns1:pt x="6858000" y="6879174"/>
                </ns1:cubicBezTo>
                <ns1:lnTo>
                  <ns1:pt x="0" y="6879174"/>
                </ns1:lnTo>
                <ns1:lnTo>
                  <ns1:pt x="0" y="0"/>
                </ns1:lnTo>
                <ns1:cubicBezTo>
                  <ns1:pt x="2329546" y="1257529"/>
                  <ns1:pt x="4524837" y="1741029"/>
                  <ns1:pt x="6868891" y="197279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7" name="矩形 26"/>
          <ns0:cNvSpPr/>
          <ns0:nvPr/>
        </ns0:nvSpPr>
        <ns0:spPr>
          <ns1:xfrm>
            <ns1:off x="4540271" y="224643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1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8" name="矩形 27"/>
          <ns0:cNvSpPr/>
          <ns0:nvPr/>
        </ns0:nvSpPr>
        <ns0:spPr>
          <ns1:xfrm>
            <ns1:off x="4887595" y="2209165"/>
            <ns1:ext cx="103187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系统概述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9" name="矩形 28"/>
          <ns0:cNvSpPr/>
          <ns0:nvPr/>
        </ns0:nvSpPr>
        <ns0:spPr>
          <ns1:xfrm>
            <ns1:off x="4540271" y="2627717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2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0" name="矩形 29"/>
          <ns0:cNvSpPr/>
          <ns0:nvPr/>
        </ns0:nvSpPr>
        <ns0:spPr>
          <ns1:xfrm>
            <ns1:off x="4887372" y="259709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1" name="文本框 30"/>
          <ns0:cNvSpPr txBox="1"/>
          <ns0:nvPr/>
        </ns0:nvSpPr>
        <ns0:spPr>
          <ns1:xfrm>
            <ns1:off x="4444553" y="1142128"/>
            <ns1:ext cx="2885886" cy="923330"/>
          </ns1:xfrm>
          <ns1:prstGeom prst="rect">
            <ns1:avLst/>
          </ns1:prstGeom>
          <ns1:solidFill>
            <ns1:schemeClr val="bg1">
              <ns1:alpha val="0"/>
            </ns1:schemeClr>
          </ns1:solidFill>
        </ns0:spPr>
        <ns0:txBody>
          <ns1:bodyPr wrap="square">
            <ns1:spAutoFit/>
          </ns1:bodyPr>
          <ns1:lstStyle>
            <ns1:lvl1pPr eaLnBrk="0" hangingPunct="0">
              <ns1:defRPr sz="280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j-cs"/>
              </ns1:defRPr>
            </ns1:lvl1pPr>
            <ns1:lvl2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2pPr>
            <ns1:lvl3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3pPr>
            <ns1:lvl4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4pPr>
            <ns1:lvl5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5pPr>
            <ns1:lvl6pPr marL="4572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6pPr>
            <ns1:lvl7pPr marL="9144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7pPr>
            <ns1:lvl8pPr marL="13716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8pPr>
            <ns1:lvl9pPr marL="18288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9pPr>
          </ns1:lstStyle>
          <ns1:p>
            <ns1:r>
              <ns1:rPr lang="zh-CN" altLang="en-US" sz="2700" dirty="0">
                <ns1:sym typeface="微软雅黑" panose="020B0503020204020204" pitchFamily="34" charset="-122"/>
              </ns1:rPr>
              <ns1:t>目录 </ns1:t>
            </ns1:r>
            <ns1:r>
              <ns1:rPr lang="en-US" altLang="zh-CN" sz="2700" dirty="0">
                <ns1:sym typeface="微软雅黑" panose="020B0503020204020204" pitchFamily="34" charset="-122"/>
              </ns1:rPr>
              <ns1:t>| CONTENT</ns1:t>
            </ns1:r>
            <ns1:endParaRPr lang="en-US" altLang="zh-CN" sz="2700" dirty="0">
              <ns1:sym typeface="微软雅黑" panose="020B0503020204020204" pitchFamily="34" charset="-122"/>
            </ns1:endParaRPr>
          </ns1:p>
        </ns0:txBody>
      </ns0:sp>
      <ns0:pic>
        <ns0:nvPicPr>
          <ns0:cNvPr id="32" name="图片 31"/>
          <ns0:cNvPicPr/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7429500" y="619125"/>
            <ns1:ext cx="1047750" cy="1047750"/>
          </ns1:xfrm>
          <ns1:prstGeom prst="rect">
            <ns1:avLst/>
          </ns1:prstGeom>
        </ns0:spPr>
      </ns0:pic>
      <ns0:sp>
        <ns0:nvSpPr>
          <ns0:cNvPr id="34" name="矩形 33"/>
          <ns0:cNvSpPr/>
          <ns0:nvPr/>
        </ns0:nvSpPr>
        <ns0:spPr>
          <ns1:xfrm>
            <ns1:off x="4540271" y="3008072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3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6" name="矩形 35"/>
          <ns0:cNvSpPr/>
          <ns0:nvPr/>
        </ns0:nvSpPr>
        <ns0:spPr>
          <ns1:xfrm>
            <ns1:off x="4887595" y="2977515"/>
            <ns1:ext cx="158051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页面与功能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7" name="矩形 36"/>
          <ns0:cNvSpPr/>
          <ns0:nvPr/>
        </ns0:nvSpPr>
        <ns0:spPr>
          <ns1:xfrm>
            <ns1:off x="4540271" y="337145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4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0" name="矩形 39"/>
          <ns0:cNvSpPr/>
          <ns0:nvPr/>
        </ns0:nvSpPr>
        <ns0:spPr>
          <ns1:xfrm>
            <ns1:off x="4540270" y="3747678"/>
            <ns1:ext cx="237601" cy="237601"/>
          </ns1:xfrm>
          <ns1:prstGeom prst="rect">
            <ns1:avLst/>
          </ns1:prstGeom>
          <ns1:solidFill>
            <ns1:schemeClr val="accent1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5</ns1:t>
            </ns1:r>
            <ns1:endParaRPr lang="en-US" altLang="zh-CN" sz="1500" b="1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1" name="矩形 40"/>
          <ns0:cNvSpPr/>
          <ns0:nvPr/>
        </ns0:nvSpPr>
        <ns0:spPr>
          <ns1:xfrm>
            <ns1:off x="4887595" y="3329305"/>
            <ns1:ext cx="139001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标准操作流程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2" name="矩形 41"/>
          <ns0:cNvSpPr/>
          <ns0:nvPr/>
        </ns0:nvSpPr>
        <ns0:spPr>
          <ns1:xfrm>
            <ns1:off x="4887595" y="3705225"/>
            <ns1:ext cx="1993900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状态说明与常见问题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3" name="矩形 42"/>
          <ns0:cNvSpPr/>
          <ns0:nvPr/>
        </ns0:nvSpPr>
        <ns0:spPr>
          <ns1:xfrm>
            <ns1:off x="4540270" y="416360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6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5" name="矩形 44"/>
          <ns0:cNvSpPr/>
          <ns0:nvPr/>
        </ns0:nvSpPr>
        <ns0:spPr>
          <ns1:xfrm>
            <ns1:off x="4887595" y="4121150"/>
            <ns1:ext cx="635000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培训总结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6" name="矩形 45"/>
          <ns0:cNvSpPr/>
          <ns0:nvPr/>
        </ns0:nvSpPr>
        <ns0:spPr>
          <ns1:xfrm>
            <ns1:off x="4898390" y="2593340"/>
            <ns1:ext cx="1005205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系统与硬件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</ns0:spTree>
  </ns0:cSld>
  <ns0:clrMapOvr>
    <ns1:masterClrMapping/>
  </ns0:clrMapOvr>
  <ns4:AlternateContent>
    <ns4:Choice Requires="p14">
      <ns0:transition spd="med" ns5:dur="700">
        <ns0:fade/>
      </ns0:transition>
    </ns4:Choice>
    <ns4:Fallback>
      <ns0:transition spd="med">
        <ns0:fade/>
      </ns0:transition>
    </ns4:Fallback>
  </ns4:AlternateContent>
</ns0:sld>
</file>

<file path=ppt/slides/slide21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3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5 </ns1:t>
            </ns1:r>
            <ns1:r>
              <ns1:rPr kumimoji="1" lang="zh-CN" altLang="en-US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日常维护与问题排查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2" name="文本框 1"/>
          <ns0:cNvSpPr txBox="1"/>
          <ns0:nvPr/>
        </ns0:nvSpPr>
        <ns0:spPr>
          <ns1:xfrm>
            <ns1:off x="977900" y="854075"/>
            <ns1:ext cx="6604000" cy="2030095"/>
          </ns1:xfrm>
          <ns1:prstGeom prst="rect">
            <ns1:avLst/>
          </ns1:prstGeom>
        </ns0:spPr>
        <ns0:txBody>
          <ns1:bodyPr wrap="square">
            <ns1:spAutoFit/>
          </ns1:bodyPr>
          <ns1:p>
            <ns1:pPr algn="l">
              <ns1:buClrTx/>
              <ns1:buSzTx/>
              <ns1:buFontTx/>
            </ns1:pP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（1）每天使用前先检查设备供电、麦克风、屏幕和网络是否正常</ns1:t>
            </ns1:r>
            <ns1:endParaRPr lang="zh-CN" altLang="en-US" sz="1800" b="1">
              <ns1:latin typeface="宋体" panose="02010600030101010101" pitchFamily="2" charset="-122"/>
              <ns1:ea typeface="宋体" panose="02010600030101010101" pitchFamily="2" charset="-122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（</ns1:t>
            </ns1:r>
            <ns1:r>
              <ns1:rPr lang="en-US" altLang="zh-CN" sz="1800" b="1">
                <ns1:latin typeface="宋体" panose="02010600030101010101" pitchFamily="2" charset="-122"/>
                <ns1:ea typeface="宋体" panose="02010600030101010101" pitchFamily="2" charset="-122"/>
              </ns1:rPr>
              <ns1:t>2</ns1:t>
            </ns1: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）采集结束后停止会话，必要时到日志中心核对记录</ns1:t>
            </ns1:r>
            <ns1:endParaRPr lang="zh-CN" altLang="en-US" sz="1800" b="1">
              <ns1:latin typeface="宋体" panose="02010600030101010101" pitchFamily="2" charset="-122"/>
              <ns1:ea typeface="宋体" panose="02010600030101010101" pitchFamily="2" charset="-122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（</ns1:t>
            </ns1:r>
            <ns1:r>
              <ns1:rPr lang="en-US" altLang="zh-CN" sz="1800" b="1">
                <ns1:latin typeface="宋体" panose="02010600030101010101" pitchFamily="2" charset="-122"/>
                <ns1:ea typeface="宋体" panose="02010600030101010101" pitchFamily="2" charset="-122"/>
              </ns1:rPr>
              <ns1:t>3</ns1:t>
            </ns1: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）设备不用时保持清洁，避免麦克风积灰或接口松动</ns1:t>
            </ns1:r>
            <ns1:endParaRPr lang="zh-CN" altLang="en-US" sz="1800" b="1">
              <ns1:latin typeface="宋体" panose="02010600030101010101" pitchFamily="2" charset="-122"/>
              <ns1:ea typeface="宋体" panose="02010600030101010101" pitchFamily="2" charset="-122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（</ns1:t>
            </ns1:r>
            <ns1:r>
              <ns1:rPr lang="en-US" altLang="zh-CN" sz="1800" b="1">
                <ns1:latin typeface="宋体" panose="02010600030101010101" pitchFamily="2" charset="-122"/>
                <ns1:ea typeface="宋体" panose="02010600030101010101" pitchFamily="2" charset="-122"/>
              </ns1:rPr>
              <ns1:t>4</ns1:t>
            </ns1: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）常见故障及快速处理：</ns1:t>
            </ns1:r>
            <ns1:endParaRPr lang="zh-CN" altLang="en-US" sz="1800" b="1">
              <ns1:latin typeface="宋体" panose="02010600030101010101" pitchFamily="2" charset="-122"/>
              <ns1:ea typeface="宋体" panose="02010600030101010101" pitchFamily="2" charset="-122"/>
            </ns1:endParaRPr>
          </ns1:p>
          <ns1:p>
            <ns1:pPr indent="457200" algn="l">
              <ns1:buClrTx/>
              <ns1:buSzTx/>
              <ns1:buFontTx/>
            </ns1:pPr>
            <ns1:r>
              <ns1:rPr lang="en-US" altLang="zh-CN" sz="1800" b="1">
                <ns1:latin typeface="宋体" panose="02010600030101010101" pitchFamily="2" charset="-122"/>
                <ns1:ea typeface="宋体" panose="02010600030101010101" pitchFamily="2" charset="-122"/>
              </ns1:rPr>
              <ns1:t>1</ns1:t>
            </ns1: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）无法开始采集：检查浏览器麦克风权限、设备连接和页面状态</ns1:t>
            </ns1:r>
            <ns1:endParaRPr lang="zh-CN" altLang="en-US" sz="1800" b="1">
              <ns1:latin typeface="宋体" panose="02010600030101010101" pitchFamily="2" charset="-122"/>
              <ns1:ea typeface="宋体" panose="02010600030101010101" pitchFamily="2" charset="-122"/>
            </ns1:endParaRPr>
          </ns1:p>
          <ns1:p>
            <ns1:pPr indent="457200" algn="l">
              <ns1:buClrTx/>
              <ns1:buSzTx/>
              <ns1:buFontTx/>
            </ns1:pPr>
            <ns1:r>
              <ns1:rPr lang="en-US" altLang="zh-CN" sz="1800" b="1">
                <ns1:latin typeface="宋体" panose="02010600030101010101" pitchFamily="2" charset="-122"/>
                <ns1:ea typeface="宋体" panose="02010600030101010101" pitchFamily="2" charset="-122"/>
              </ns1:rPr>
              <ns1:t>2</ns1:t>
            </ns1: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）一直显示未知说话人：检查是否已登记声纹、讲话时长和环境噪声</ns1:t>
            </ns1:r>
            <ns1:endParaRPr lang="zh-CN" altLang="en-US" sz="1800" b="1">
              <ns1:latin typeface="宋体" panose="02010600030101010101" pitchFamily="2" charset="-122"/>
              <ns1:ea typeface="宋体" panose="02010600030101010101" pitchFamily="2" charset="-122"/>
            </ns1:endParaRPr>
          </ns1:p>
          <ns1:p>
            <ns1:pPr indent="457200" algn="l">
              <ns1:buClrTx/>
              <ns1:buSzTx/>
              <ns1:buFontTx/>
            </ns1:pPr>
            <ns1:r>
              <ns1:rPr lang="en-US" altLang="zh-CN" sz="1800" b="1">
                <ns1:latin typeface="宋体" panose="02010600030101010101" pitchFamily="2" charset="-122"/>
                <ns1:ea typeface="宋体" panose="02010600030101010101" pitchFamily="2" charset="-122"/>
              </ns1:rPr>
              <ns1:t>3</ns1:t>
            </ns1:r>
            <ns1:r>
              <ns1:rPr lang="zh-CN" altLang="en-US" sz="1800" b="1">
                <ns1:latin typeface="宋体" panose="02010600030101010101" pitchFamily="2" charset="-122"/>
                <ns1:ea typeface="宋体" panose="02010600030101010101" pitchFamily="2" charset="-122"/>
              </ns1:rPr>
              <ns1:t>）指令未命中或转发失败：先看文本是否识别正确，再看目标端是否在线</ns1:t>
            </ns1:r>
            <ns1:endParaRPr lang="zh-CN" altLang="en-US" sz="1800" b="1">
              <ns1:latin typeface="宋体" panose="02010600030101010101" pitchFamily="2" charset="-122"/>
              <ns1:ea typeface="宋体" panose="02010600030101010101" pitchFamily="2" charset="-122"/>
            </ns1:endParaRPr>
          </ns1:p>
        </ns0:txBody>
      </ns0:sp>
    </ns0:spTree>
  </ns0:cSld>
  <ns0:clrMapOvr>
    <ns1:masterClrMapping/>
  </ns0:clrMapOvr>
  <ns2:AlternateContent>
    <ns2:Choice Requires="p14">
      <ns0:transition spd="slow" ns3:dur="2000" advTm="22878"/>
    </ns2:Choice>
    <ns2:Fallback>
      <ns0:transition spd="slow" advTm="22878"/>
    </ns2:Fallback>
  </ns2:AlternateContent>
</ns0:sld>
</file>

<file path=ppt/slides/slide2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 xmlns:ns4="http://schemas.openxmlformats.org/markup-compatibility/2006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5" name="矩形 34"/>
          <ns0:cNvSpPr/>
          <ns0:nvPr/>
        </ns0:nvSpPr>
        <ns0:spPr bwMode="auto">
          <ns1:xfrm>
            <ns1:off x="2" y="0"/>
            <ns1:ext cx="4419601" cy="5143500"/>
          </ns1:xfrm>
          <ns1:prstGeom prst="rect">
            <ns1:avLst/>
          </ns1:prstGeom>
          <ns1:solidFill>
            <ns1:schemeClr val="accent1">
              <ns1:alpha val="8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7" name="矩形 46"/>
          <ns0:cNvSpPr/>
          <ns0:nvPr/>
        </ns0:nvSpPr>
        <ns0:spPr bwMode="auto">
          <ns1:xfrm rot="5400000" flipV="1">
            <ns1:off x="1402556" y="-1402554"/>
            <ns1:ext cx="928688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8" name="矩形 37"/>
          <ns0:cNvSpPr/>
          <ns0:nvPr/>
        </ns0:nvSpPr>
        <ns0:spPr bwMode="auto">
          <ns1:xfrm rot="5400000">
            <ns1:off x="1409697" y="2819402"/>
            <ns1:ext cx="914401" cy="3733799"/>
          </ns1:xfrm>
          <ns1:prstGeom prst="rect">
            <ns1:avLst/>
          </ns1:prstGeom>
          <ns1:solidFill>
            <ns1:schemeClr val="accent1">
              <ns1:alpha val="7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grpSp>
        <ns0:nvGrpSpPr>
          <ns0:cNvPr id="53" name="组合 52"/>
          <ns0:cNvGrpSpPr/>
          <ns0:nvPr/>
        </ns0:nvGrpSpPr>
        <ns0:grpSpPr>
          <ns1:xfrm>
            <ns1:off x="1143000" y="802670"/>
            <ns1:ext cx="2065538" cy="3485243"/>
            <ns1:chOff x="0" y="1111187"/>
            <ns1:chExt cx="2754050" cy="4646991"/>
          </ns1:xfrm>
        </ns0:grpSpPr>
        <ns0:sp>
          <ns0:nvSpPr>
            <ns0:cNvPr id="48" name="椭圆 47"/>
            <ns0:cNvSpPr/>
            <ns0:nvPr/>
          </ns0:nvSpPr>
          <ns0:spPr>
            <ns1:xfrm>
              <ns1:off x="2450246" y="4863799"/>
              <ns1:ext cx="200570" cy="200570"/>
            </ns1:xfrm>
            <ns1:prstGeom prst="ellipse">
              <ns1:avLst/>
            </ns1:prstGeom>
            <ns1:solidFill>
              <ns1:schemeClr val="bg1">
                <ns1:alpha val="26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49" name="椭圆 48"/>
            <ns0:cNvSpPr/>
            <ns0:nvPr/>
          </ns0:nvSpPr>
          <ns0:spPr>
            <ns1:xfrm>
              <ns1:off x="0" y="1111187"/>
              <ns1:ext cx="312134" cy="312134"/>
            </ns1:xfrm>
            <ns1:prstGeom prst="ellipse">
              <ns1:avLst/>
            </ns1:prstGeom>
            <ns1:solidFill>
              <ns1:schemeClr val="bg1">
                <ns1:alpha val="13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50" name="椭圆 49"/>
            <ns0:cNvSpPr/>
            <ns0:nvPr/>
          </ns0:nvSpPr>
          <ns0:spPr>
            <ns1:xfrm>
              <ns1:off x="1114320" y="1611397"/>
              <ns1:ext cx="904679" cy="904679"/>
            </ns1:xfrm>
            <ns1:prstGeom prst="ellipse">
              <ns1:avLst/>
            </ns1:prstGeom>
            <ns1:solidFill>
              <ns1:schemeClr val="bg1">
                <ns1:alpha val="7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51" name="椭圆 50"/>
            <ns0:cNvSpPr/>
            <ns0:nvPr/>
          </ns0:nvSpPr>
          <ns0:spPr>
            <ns1:xfrm>
              <ns1:off x="854236" y="5460064"/>
              <ns1:ext cx="298114" cy="298114"/>
            </ns1:xfrm>
            <ns1:prstGeom prst="ellipse">
              <ns1:avLst/>
            </ns1:prstGeom>
            <ns1:solidFill>
              <ns1:schemeClr val="bg1">
                <ns1:alpha val="24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  <ns0:sp>
          <ns0:nvSpPr>
            <ns0:cNvPr id="52" name="椭圆 51"/>
            <ns0:cNvSpPr/>
            <ns0:nvPr/>
          </ns0:nvSpPr>
          <ns0:spPr>
            <ns1:xfrm>
              <ns1:off x="2313236" y="1194804"/>
              <ns1:ext cx="440814" cy="440814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zh-CN" altLang="en-US" sz="1350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6" name="图片 5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962"/>
            <ns1:ext cx="3984172" cy="2929037"/>
          </ns1:xfrm>
          <ns1:prstGeom prst="rect">
            <ns1:avLst/>
          </ns1:prstGeom>
        </ns0:spPr>
      </ns0:pic>
      <ns0:pic>
        <ns0:nvPicPr>
          <ns0:cNvPr id="3" name="图片 2"/>
          <ns0:cNvPicPr/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0" y="1107014"/>
            <ns1:ext cx="4986338" cy="2929473"/>
          </ns1:xfrm>
          <ns1:prstGeom prst="rect">
            <ns1:avLst/>
          </ns1:prstGeom>
        </ns0:spPr>
      </ns0:pic>
      <ns0:sp>
        <ns0:nvSpPr>
          <ns0:cNvPr id="39" name="任意多边形 38"/>
          <ns0:cNvSpPr/>
          <ns0:nvPr/>
        </ns0:nvSpPr>
        <ns0:spPr>
          <ns1:xfrm rot="16200000">
            <ns1:off x="1222480" y="1102829"/>
            <ns1:ext cx="5143502" cy="2937840"/>
          </ns1:xfrm>
          <ns1:custGeom>
            <ns1:avLst/>
            <ns1:gdLst>
              <ns1:gd name="connsiteX0" fmla="*/ 9143999 w 9143999"/>
              <ns1:gd name="connsiteY0" fmla="*/ 0 h 2051818"/>
              <ns1:gd name="connsiteX1" fmla="*/ 9143999 w 9143999"/>
              <ns1:gd name="connsiteY1" fmla="*/ 2051818 h 2051818"/>
              <ns1:gd name="connsiteX2" fmla="*/ 0 w 9143999"/>
              <ns1:gd name="connsiteY2" fmla="*/ 2051818 h 2051818"/>
              <ns1:gd name="connsiteX3" fmla="*/ 0 w 9143999"/>
              <ns1:gd name="connsiteY3" fmla="*/ 1204077 h 2051818"/>
              <ns1:gd name="connsiteX4" fmla="*/ 6027 w 9143999"/>
              <ns1:gd name="connsiteY4" fmla="*/ 1207403 h 2051818"/>
              <ns1:gd name="connsiteX5" fmla="*/ 7674511 w 9143999"/>
              <ns1:gd name="connsiteY5" fmla="*/ 718908 h 2051818"/>
              <ns1:gd name="connsiteX6" fmla="*/ 9044856 w 9143999"/>
              <ns1:gd name="connsiteY6" fmla="*/ 57555 h 2051818"/>
              <ns1:gd name="connsiteX7" fmla="*/ 9143999 w 9143999"/>
              <ns1:gd name="connsiteY7" fmla="*/ 0 h 2051818"/>
              <ns1:gd name="connsiteX0-1" fmla="*/ 9143999 w 9143999"/>
              <ns1:gd name="connsiteY0-2" fmla="*/ 0 h 2051818"/>
              <ns1:gd name="connsiteX1-3" fmla="*/ 9143999 w 9143999"/>
              <ns1:gd name="connsiteY1-4" fmla="*/ 2051818 h 2051818"/>
              <ns1:gd name="connsiteX2-5" fmla="*/ 0 w 9143999"/>
              <ns1:gd name="connsiteY2-6" fmla="*/ 2051818 h 2051818"/>
              <ns1:gd name="connsiteX3-7" fmla="*/ 0 w 9143999"/>
              <ns1:gd name="connsiteY3-8" fmla="*/ 1204077 h 2051818"/>
              <ns1:gd name="connsiteX4-9" fmla="*/ 6027 w 9143999"/>
              <ns1:gd name="connsiteY4-10" fmla="*/ 1207403 h 2051818"/>
              <ns1:gd name="connsiteX5-11" fmla="*/ 9044856 w 9143999"/>
              <ns1:gd name="connsiteY5-12" fmla="*/ 57555 h 2051818"/>
              <ns1:gd name="connsiteX6-13" fmla="*/ 9143999 w 9143999"/>
              <ns1:gd name="connsiteY6-14" fmla="*/ 0 h 2051818"/>
              <ns1:gd name="connsiteX0-15" fmla="*/ 9143999 w 9143999"/>
              <ns1:gd name="connsiteY0-16" fmla="*/ 0 h 2051818"/>
              <ns1:gd name="connsiteX1-17" fmla="*/ 9143999 w 9143999"/>
              <ns1:gd name="connsiteY1-18" fmla="*/ 2051818 h 2051818"/>
              <ns1:gd name="connsiteX2-19" fmla="*/ 0 w 9143999"/>
              <ns1:gd name="connsiteY2-20" fmla="*/ 2051818 h 2051818"/>
              <ns1:gd name="connsiteX3-21" fmla="*/ 0 w 9143999"/>
              <ns1:gd name="connsiteY3-22" fmla="*/ 1204077 h 2051818"/>
              <ns1:gd name="connsiteX4-23" fmla="*/ 6027 w 9143999"/>
              <ns1:gd name="connsiteY4-24" fmla="*/ 1207403 h 2051818"/>
              <ns1:gd name="connsiteX5-25" fmla="*/ 9143999 w 9143999"/>
              <ns1:gd name="connsiteY5-26" fmla="*/ 0 h 2051818"/>
              <ns1:gd name="connsiteX0-27" fmla="*/ 9143999 w 9143999"/>
              <ns1:gd name="connsiteY0-28" fmla="*/ 0 h 2051818"/>
              <ns1:gd name="connsiteX1-29" fmla="*/ 9143999 w 9143999"/>
              <ns1:gd name="connsiteY1-30" fmla="*/ 2051818 h 2051818"/>
              <ns1:gd name="connsiteX2-31" fmla="*/ 0 w 9143999"/>
              <ns1:gd name="connsiteY2-32" fmla="*/ 2051818 h 2051818"/>
              <ns1:gd name="connsiteX3-33" fmla="*/ 0 w 9143999"/>
              <ns1:gd name="connsiteY3-34" fmla="*/ 1204077 h 2051818"/>
              <ns1:gd name="connsiteX4-35" fmla="*/ 6027 w 9143999"/>
              <ns1:gd name="connsiteY4-36" fmla="*/ 1207403 h 2051818"/>
              <ns1:gd name="connsiteX5-37" fmla="*/ 9143999 w 9143999"/>
              <ns1:gd name="connsiteY5-38" fmla="*/ 0 h 2051818"/>
              <ns1:gd name="connsiteX0-39" fmla="*/ 9143999 w 9143999"/>
              <ns1:gd name="connsiteY0-40" fmla="*/ 0 h 2051818"/>
              <ns1:gd name="connsiteX1-41" fmla="*/ 9143999 w 9143999"/>
              <ns1:gd name="connsiteY1-42" fmla="*/ 2051818 h 2051818"/>
              <ns1:gd name="connsiteX2-43" fmla="*/ 0 w 9143999"/>
              <ns1:gd name="connsiteY2-44" fmla="*/ 2051818 h 2051818"/>
              <ns1:gd name="connsiteX3-45" fmla="*/ 0 w 9143999"/>
              <ns1:gd name="connsiteY3-46" fmla="*/ 1204077 h 2051818"/>
              <ns1:gd name="connsiteX4-47" fmla="*/ 6027 w 9143999"/>
              <ns1:gd name="connsiteY4-48" fmla="*/ 1207403 h 2051818"/>
              <ns1:gd name="connsiteX5-49" fmla="*/ 9143999 w 9143999"/>
              <ns1:gd name="connsiteY5-50" fmla="*/ 0 h 2051818"/>
              <ns1:gd name="connsiteX0-51" fmla="*/ 9143999 w 9143999"/>
              <ns1:gd name="connsiteY0-52" fmla="*/ 0 h 2051818"/>
              <ns1:gd name="connsiteX1-53" fmla="*/ 9143999 w 9143999"/>
              <ns1:gd name="connsiteY1-54" fmla="*/ 2051818 h 2051818"/>
              <ns1:gd name="connsiteX2-55" fmla="*/ 0 w 9143999"/>
              <ns1:gd name="connsiteY2-56" fmla="*/ 2051818 h 2051818"/>
              <ns1:gd name="connsiteX3-57" fmla="*/ 0 w 9143999"/>
              <ns1:gd name="connsiteY3-58" fmla="*/ 1204077 h 2051818"/>
              <ns1:gd name="connsiteX4-59" fmla="*/ 6027 w 9143999"/>
              <ns1:gd name="connsiteY4-60" fmla="*/ 1207403 h 2051818"/>
              <ns1:gd name="connsiteX5-61" fmla="*/ 9143999 w 9143999"/>
              <ns1:gd name="connsiteY5-62" fmla="*/ 0 h 2051818"/>
              <ns1:gd name="connsiteX0-63" fmla="*/ 9143999 w 9143999"/>
              <ns1:gd name="connsiteY0-64" fmla="*/ 130228 h 2182046"/>
              <ns1:gd name="connsiteX1-65" fmla="*/ 9143999 w 9143999"/>
              <ns1:gd name="connsiteY1-66" fmla="*/ 2182046 h 2182046"/>
              <ns1:gd name="connsiteX2-67" fmla="*/ 0 w 9143999"/>
              <ns1:gd name="connsiteY2-68" fmla="*/ 2182046 h 2182046"/>
              <ns1:gd name="connsiteX3-69" fmla="*/ 0 w 9143999"/>
              <ns1:gd name="connsiteY3-70" fmla="*/ 1334305 h 2182046"/>
              <ns1:gd name="connsiteX4-71" fmla="*/ 6027 w 9143999"/>
              <ns1:gd name="connsiteY4-72" fmla="*/ 0 h 2182046"/>
              <ns1:gd name="connsiteX5-73" fmla="*/ 9143999 w 9143999"/>
              <ns1:gd name="connsiteY5-74" fmla="*/ 130228 h 2182046"/>
              <ns1:gd name="connsiteX0-75" fmla="*/ 9143999 w 9143999"/>
              <ns1:gd name="connsiteY0-76" fmla="*/ 0 h 2051818"/>
              <ns1:gd name="connsiteX1-77" fmla="*/ 9143999 w 9143999"/>
              <ns1:gd name="connsiteY1-78" fmla="*/ 2051818 h 2051818"/>
              <ns1:gd name="connsiteX2-79" fmla="*/ 0 w 9143999"/>
              <ns1:gd name="connsiteY2-80" fmla="*/ 2051818 h 2051818"/>
              <ns1:gd name="connsiteX3-81" fmla="*/ 0 w 9143999"/>
              <ns1:gd name="connsiteY3-82" fmla="*/ 1204077 h 2051818"/>
              <ns1:gd name="connsiteX4-83" fmla="*/ 25380 w 9143999"/>
              <ns1:gd name="connsiteY4-84" fmla="*/ 54648 h 2051818"/>
              <ns1:gd name="connsiteX5-85" fmla="*/ 9143999 w 9143999"/>
              <ns1:gd name="connsiteY5-86" fmla="*/ 0 h 2051818"/>
              <ns1:gd name="connsiteX0-87" fmla="*/ 9143999 w 9143999"/>
              <ns1:gd name="connsiteY0-88" fmla="*/ 0 h 2051818"/>
              <ns1:gd name="connsiteX1-89" fmla="*/ 9143999 w 9143999"/>
              <ns1:gd name="connsiteY1-90" fmla="*/ 2051818 h 2051818"/>
              <ns1:gd name="connsiteX2-91" fmla="*/ 0 w 9143999"/>
              <ns1:gd name="connsiteY2-92" fmla="*/ 2051818 h 2051818"/>
              <ns1:gd name="connsiteX3-93" fmla="*/ 0 w 9143999"/>
              <ns1:gd name="connsiteY3-94" fmla="*/ 1204077 h 2051818"/>
              <ns1:gd name="connsiteX4-95" fmla="*/ 25380 w 9143999"/>
              <ns1:gd name="connsiteY4-96" fmla="*/ 54648 h 2051818"/>
              <ns1:gd name="connsiteX5-97" fmla="*/ 9143999 w 9143999"/>
              <ns1:gd name="connsiteY5-98" fmla="*/ 0 h 2051818"/>
              <ns1:gd name="connsiteX0-99" fmla="*/ 9143999 w 9143999"/>
              <ns1:gd name="connsiteY0-100" fmla="*/ 0 h 2051818"/>
              <ns1:gd name="connsiteX1-101" fmla="*/ 9143999 w 9143999"/>
              <ns1:gd name="connsiteY1-102" fmla="*/ 2051818 h 2051818"/>
              <ns1:gd name="connsiteX2-103" fmla="*/ 0 w 9143999"/>
              <ns1:gd name="connsiteY2-104" fmla="*/ 2051818 h 2051818"/>
              <ns1:gd name="connsiteX3-105" fmla="*/ 0 w 9143999"/>
              <ns1:gd name="connsiteY3-106" fmla="*/ 1204077 h 2051818"/>
              <ns1:gd name="connsiteX4-107" fmla="*/ 25380 w 9143999"/>
              <ns1:gd name="connsiteY4-108" fmla="*/ 54648 h 2051818"/>
              <ns1:gd name="connsiteX5-109" fmla="*/ 9143999 w 9143999"/>
              <ns1:gd name="connsiteY5-110" fmla="*/ 0 h 2051818"/>
              <ns1:gd name="connsiteX0-111" fmla="*/ 9143999 w 9143999"/>
              <ns1:gd name="connsiteY0-112" fmla="*/ 0 h 2051818"/>
              <ns1:gd name="connsiteX1-113" fmla="*/ 9143999 w 9143999"/>
              <ns1:gd name="connsiteY1-114" fmla="*/ 2051818 h 2051818"/>
              <ns1:gd name="connsiteX2-115" fmla="*/ 0 w 9143999"/>
              <ns1:gd name="connsiteY2-116" fmla="*/ 2051818 h 2051818"/>
              <ns1:gd name="connsiteX3-117" fmla="*/ 0 w 9143999"/>
              <ns1:gd name="connsiteY3-118" fmla="*/ 1204077 h 2051818"/>
              <ns1:gd name="connsiteX4-119" fmla="*/ 25380 w 9143999"/>
              <ns1:gd name="connsiteY4-120" fmla="*/ 54648 h 2051818"/>
              <ns1:gd name="connsiteX5-121" fmla="*/ 9143999 w 9143999"/>
              <ns1:gd name="connsiteY5-122" fmla="*/ 0 h 2051818"/>
              <ns1:gd name="connsiteX0-123" fmla="*/ 9124647 w 9143999"/>
              <ns1:gd name="connsiteY0-124" fmla="*/ 0 h 2127943"/>
              <ns1:gd name="connsiteX1-125" fmla="*/ 9143999 w 9143999"/>
              <ns1:gd name="connsiteY1-126" fmla="*/ 2127943 h 2127943"/>
              <ns1:gd name="connsiteX2-127" fmla="*/ 0 w 9143999"/>
              <ns1:gd name="connsiteY2-128" fmla="*/ 2127943 h 2127943"/>
              <ns1:gd name="connsiteX3-129" fmla="*/ 0 w 9143999"/>
              <ns1:gd name="connsiteY3-130" fmla="*/ 1280202 h 2127943"/>
              <ns1:gd name="connsiteX4-131" fmla="*/ 25380 w 9143999"/>
              <ns1:gd name="connsiteY4-132" fmla="*/ 130773 h 2127943"/>
              <ns1:gd name="connsiteX5-133" fmla="*/ 9124647 w 9143999"/>
              <ns1:gd name="connsiteY5-134" fmla="*/ 0 h 2127943"/>
              <ns1:gd name="connsiteX0-135" fmla="*/ 9124647 w 9143999"/>
              <ns1:gd name="connsiteY0-136" fmla="*/ 0 h 2127943"/>
              <ns1:gd name="connsiteX1-137" fmla="*/ 9143999 w 9143999"/>
              <ns1:gd name="connsiteY1-138" fmla="*/ 2127943 h 2127943"/>
              <ns1:gd name="connsiteX2-139" fmla="*/ 0 w 9143999"/>
              <ns1:gd name="connsiteY2-140" fmla="*/ 2127943 h 2127943"/>
              <ns1:gd name="connsiteX3-141" fmla="*/ 0 w 9143999"/>
              <ns1:gd name="connsiteY3-142" fmla="*/ 1280202 h 2127943"/>
              <ns1:gd name="connsiteX4-143" fmla="*/ 25380 w 9143999"/>
              <ns1:gd name="connsiteY4-144" fmla="*/ 130773 h 2127943"/>
              <ns1:gd name="connsiteX5-145" fmla="*/ 9124647 w 9143999"/>
              <ns1:gd name="connsiteY5-146" fmla="*/ 0 h 2127943"/>
              <ns1:gd name="connsiteX0-147" fmla="*/ 9124647 w 9143999"/>
              <ns1:gd name="connsiteY0-148" fmla="*/ 0 h 2127943"/>
              <ns1:gd name="connsiteX1-149" fmla="*/ 9143999 w 9143999"/>
              <ns1:gd name="connsiteY1-150" fmla="*/ 2127943 h 2127943"/>
              <ns1:gd name="connsiteX2-151" fmla="*/ 0 w 9143999"/>
              <ns1:gd name="connsiteY2-152" fmla="*/ 2127943 h 2127943"/>
              <ns1:gd name="connsiteX3-153" fmla="*/ 0 w 9143999"/>
              <ns1:gd name="connsiteY3-154" fmla="*/ 1280202 h 2127943"/>
              <ns1:gd name="connsiteX4-155" fmla="*/ 6028 w 9143999"/>
              <ns1:gd name="connsiteY4-156" fmla="*/ 11147 h 2127943"/>
              <ns1:gd name="connsiteX5-157" fmla="*/ 9124647 w 9143999"/>
              <ns1:gd name="connsiteY5-158" fmla="*/ 0 h 2127943"/>
              <ns1:gd name="connsiteX0-159" fmla="*/ 9138134 w 9157486"/>
              <ns1:gd name="connsiteY0-160" fmla="*/ 0 h 2127943"/>
              <ns1:gd name="connsiteX1-161" fmla="*/ 9157486 w 9157486"/>
              <ns1:gd name="connsiteY1-162" fmla="*/ 2127943 h 2127943"/>
              <ns1:gd name="connsiteX2-163" fmla="*/ 13487 w 9157486"/>
              <ns1:gd name="connsiteY2-164" fmla="*/ 2127943 h 2127943"/>
              <ns1:gd name="connsiteX3-165" fmla="*/ 13487 w 9157486"/>
              <ns1:gd name="connsiteY3-166" fmla="*/ 1280202 h 2127943"/>
              <ns1:gd name="connsiteX4-167" fmla="*/ 163 w 9157486"/>
              <ns1:gd name="connsiteY4-168" fmla="*/ 141648 h 2127943"/>
              <ns1:gd name="connsiteX5-169" fmla="*/ 9138134 w 9157486"/>
              <ns1:gd name="connsiteY5-170" fmla="*/ 0 h 2127943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  <ns1:cxn ang="0">
                <ns1:pos x="connsiteX5-11" y="connsiteY5-12"/>
              </ns1:cxn>
            </ns1:cxnLst>
            <ns1:rect l="l" t="t" r="r" b="b"/>
            <ns1:pathLst>
              <ns1:path w="9157486" h="2127943">
                <ns1:moveTo>
                  <ns1:pt x="9138134" y="0"/>
                </ns1:moveTo>
                <ns1:lnTo>
                  <ns1:pt x="9157486" y="2127943"/>
                </ns1:lnTo>
                <ns1:lnTo>
                  <ns1:pt x="13487" y="2127943"/>
                </ns1:lnTo>
                <ns1:lnTo>
                  <ns1:pt x="13487" y="1280202"/>
                </ns1:lnTo>
                <ns1:cubicBezTo>
                  <ns1:pt x="15496" y="857184"/>
                  <ns1:pt x="-1846" y="564666"/>
                  <ns1:pt x="163" y="141648"/>
                </ns1:cubicBezTo>
                <ns1:cubicBezTo>
                  <ns1:pt x="3568670" y="1577063"/>
                  <ns1:pt x="7137176" y="1131097"/>
                  <ns1:pt x="9138134" y="0"/>
                </ns1:cubicBezTo>
                <ns1:close/>
              </ns1:path>
            </ns1:pathLst>
          </ns1:custGeom>
          <ns1:solidFill>
            <ns1:schemeClr val="accent1">
              <ns1:alpha val="9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4" name="任意多边形 43"/>
          <ns0:cNvSpPr/>
          <ns0:nvPr/>
        </ns0:nvSpPr>
        <ns0:spPr>
          <ns1:xfrm rot="16200000">
            <ns1:off x="2845497" y="-12027"/>
            <ns1:ext cx="5151674" cy="5159381"/>
          </ns1:xfrm>
          <ns1:custGeom>
            <ns1:avLst/>
            <ns1:gdLst>
              <ns1:gd name="connsiteX0" fmla="*/ 6858000 w 6858000"/>
              <ns1:gd name="connsiteY0" fmla="*/ 0 h 6459417"/>
              <ns1:gd name="connsiteX1" fmla="*/ 6858000 w 6858000"/>
              <ns1:gd name="connsiteY1" fmla="*/ 1675279 h 6459417"/>
              <ns1:gd name="connsiteX2" fmla="*/ 6858000 w 6858000"/>
              <ns1:gd name="connsiteY2" fmla="*/ 1819701 h 6459417"/>
              <ns1:gd name="connsiteX3" fmla="*/ 6858000 w 6858000"/>
              <ns1:gd name="connsiteY3" fmla="*/ 2278767 h 6459417"/>
              <ns1:gd name="connsiteX4" fmla="*/ 6858000 w 6858000"/>
              <ns1:gd name="connsiteY4" fmla="*/ 3954046 h 6459417"/>
              <ns1:gd name="connsiteX5" fmla="*/ 6858000 w 6858000"/>
              <ns1:gd name="connsiteY5" fmla="*/ 4098468 h 6459417"/>
              <ns1:gd name="connsiteX6" fmla="*/ 6858000 w 6858000"/>
              <ns1:gd name="connsiteY6" fmla="*/ 4180650 h 6459417"/>
              <ns1:gd name="connsiteX7" fmla="*/ 6858000 w 6858000"/>
              <ns1:gd name="connsiteY7" fmla="*/ 6459417 h 6459417"/>
              <ns1:gd name="connsiteX8" fmla="*/ 0 w 6858000"/>
              <ns1:gd name="connsiteY8" fmla="*/ 6459417 h 6459417"/>
              <ns1:gd name="connsiteX9" fmla="*/ 0 w 6858000"/>
              <ns1:gd name="connsiteY9" fmla="*/ 4180650 h 6459417"/>
              <ns1:gd name="connsiteX10" fmla="*/ 0 w 6858000"/>
              <ns1:gd name="connsiteY10" fmla="*/ 4098468 h 6459417"/>
              <ns1:gd name="connsiteX11" fmla="*/ 0 w 6858000"/>
              <ns1:gd name="connsiteY11" fmla="*/ 3954046 h 6459417"/>
              <ns1:gd name="connsiteX12" fmla="*/ 0 w 6858000"/>
              <ns1:gd name="connsiteY12" fmla="*/ 3295924 h 6459417"/>
              <ns1:gd name="connsiteX13" fmla="*/ 0 w 6858000"/>
              <ns1:gd name="connsiteY13" fmla="*/ 1819701 h 6459417"/>
              <ns1:gd name="connsiteX14" fmla="*/ 0 w 6858000"/>
              <ns1:gd name="connsiteY14" fmla="*/ 1675279 h 6459417"/>
              <ns1:gd name="connsiteX15" fmla="*/ 0 w 6858000"/>
              <ns1:gd name="connsiteY15" fmla="*/ 1017157 h 6459417"/>
              <ns1:gd name="connsiteX16" fmla="*/ 227535 w 6858000"/>
              <ns1:gd name="connsiteY16" fmla="*/ 1166258 h 6459417"/>
              <ns1:gd name="connsiteX17" fmla="*/ 6270374 w 6858000"/>
              <ns1:gd name="connsiteY17" fmla="*/ 412001 h 6459417"/>
              <ns1:gd name="connsiteX18" fmla="*/ 6705779 w 6858000"/>
              <ns1:gd name="connsiteY18" fmla="*/ 117916 h 6459417"/>
              <ns1:gd name="connsiteX0-1" fmla="*/ 6858000 w 6941935"/>
              <ns1:gd name="connsiteY0-2" fmla="*/ 56823 h 6516240"/>
              <ns1:gd name="connsiteX1-3" fmla="*/ 6858000 w 6941935"/>
              <ns1:gd name="connsiteY1-4" fmla="*/ 1732102 h 6516240"/>
              <ns1:gd name="connsiteX2-5" fmla="*/ 6858000 w 6941935"/>
              <ns1:gd name="connsiteY2-6" fmla="*/ 1876524 h 6516240"/>
              <ns1:gd name="connsiteX3-7" fmla="*/ 6858000 w 6941935"/>
              <ns1:gd name="connsiteY3-8" fmla="*/ 2335590 h 6516240"/>
              <ns1:gd name="connsiteX4-9" fmla="*/ 6858000 w 6941935"/>
              <ns1:gd name="connsiteY4-10" fmla="*/ 4010869 h 6516240"/>
              <ns1:gd name="connsiteX5-11" fmla="*/ 6858000 w 6941935"/>
              <ns1:gd name="connsiteY5-12" fmla="*/ 4155291 h 6516240"/>
              <ns1:gd name="connsiteX6-13" fmla="*/ 6858000 w 6941935"/>
              <ns1:gd name="connsiteY6-14" fmla="*/ 4237473 h 6516240"/>
              <ns1:gd name="connsiteX7-15" fmla="*/ 6858000 w 6941935"/>
              <ns1:gd name="connsiteY7-16" fmla="*/ 6516240 h 6516240"/>
              <ns1:gd name="connsiteX8-17" fmla="*/ 0 w 6941935"/>
              <ns1:gd name="connsiteY8-18" fmla="*/ 6516240 h 6516240"/>
              <ns1:gd name="connsiteX9-19" fmla="*/ 0 w 6941935"/>
              <ns1:gd name="connsiteY9-20" fmla="*/ 4237473 h 6516240"/>
              <ns1:gd name="connsiteX10-21" fmla="*/ 0 w 6941935"/>
              <ns1:gd name="connsiteY10-22" fmla="*/ 4155291 h 6516240"/>
              <ns1:gd name="connsiteX11-23" fmla="*/ 0 w 6941935"/>
              <ns1:gd name="connsiteY11-24" fmla="*/ 4010869 h 6516240"/>
              <ns1:gd name="connsiteX12-25" fmla="*/ 0 w 6941935"/>
              <ns1:gd name="connsiteY12-26" fmla="*/ 3352747 h 6516240"/>
              <ns1:gd name="connsiteX13-27" fmla="*/ 0 w 6941935"/>
              <ns1:gd name="connsiteY13-28" fmla="*/ 1876524 h 6516240"/>
              <ns1:gd name="connsiteX14-29" fmla="*/ 0 w 6941935"/>
              <ns1:gd name="connsiteY14-30" fmla="*/ 1732102 h 6516240"/>
              <ns1:gd name="connsiteX15-31" fmla="*/ 0 w 6941935"/>
              <ns1:gd name="connsiteY15-32" fmla="*/ 1073980 h 6516240"/>
              <ns1:gd name="connsiteX16-33" fmla="*/ 227535 w 6941935"/>
              <ns1:gd name="connsiteY16-34" fmla="*/ 1223081 h 6516240"/>
              <ns1:gd name="connsiteX17-35" fmla="*/ 6270374 w 6941935"/>
              <ns1:gd name="connsiteY17-36" fmla="*/ 468824 h 6516240"/>
              <ns1:gd name="connsiteX18-37" fmla="*/ 6858000 w 6941935"/>
              <ns1:gd name="connsiteY18-38" fmla="*/ 56823 h 6516240"/>
              <ns1:gd name="connsiteX0-39" fmla="*/ 6858000 w 6858000"/>
              <ns1:gd name="connsiteY0-40" fmla="*/ 4734 h 6464151"/>
              <ns1:gd name="connsiteX1-41" fmla="*/ 6858000 w 6858000"/>
              <ns1:gd name="connsiteY1-42" fmla="*/ 1680013 h 6464151"/>
              <ns1:gd name="connsiteX2-43" fmla="*/ 6858000 w 6858000"/>
              <ns1:gd name="connsiteY2-44" fmla="*/ 1824435 h 6464151"/>
              <ns1:gd name="connsiteX3-45" fmla="*/ 6858000 w 6858000"/>
              <ns1:gd name="connsiteY3-46" fmla="*/ 2283501 h 6464151"/>
              <ns1:gd name="connsiteX4-47" fmla="*/ 6858000 w 6858000"/>
              <ns1:gd name="connsiteY4-48" fmla="*/ 3958780 h 6464151"/>
              <ns1:gd name="connsiteX5-49" fmla="*/ 6858000 w 6858000"/>
              <ns1:gd name="connsiteY5-50" fmla="*/ 4103202 h 6464151"/>
              <ns1:gd name="connsiteX6-51" fmla="*/ 6858000 w 6858000"/>
              <ns1:gd name="connsiteY6-52" fmla="*/ 4185384 h 6464151"/>
              <ns1:gd name="connsiteX7-53" fmla="*/ 6858000 w 6858000"/>
              <ns1:gd name="connsiteY7-54" fmla="*/ 6464151 h 6464151"/>
              <ns1:gd name="connsiteX8-55" fmla="*/ 0 w 6858000"/>
              <ns1:gd name="connsiteY8-56" fmla="*/ 6464151 h 6464151"/>
              <ns1:gd name="connsiteX9-57" fmla="*/ 0 w 6858000"/>
              <ns1:gd name="connsiteY9-58" fmla="*/ 4185384 h 6464151"/>
              <ns1:gd name="connsiteX10-59" fmla="*/ 0 w 6858000"/>
              <ns1:gd name="connsiteY10-60" fmla="*/ 4103202 h 6464151"/>
              <ns1:gd name="connsiteX11-61" fmla="*/ 0 w 6858000"/>
              <ns1:gd name="connsiteY11-62" fmla="*/ 3958780 h 6464151"/>
              <ns1:gd name="connsiteX12-63" fmla="*/ 0 w 6858000"/>
              <ns1:gd name="connsiteY12-64" fmla="*/ 3300658 h 6464151"/>
              <ns1:gd name="connsiteX13-65" fmla="*/ 0 w 6858000"/>
              <ns1:gd name="connsiteY13-66" fmla="*/ 1824435 h 6464151"/>
              <ns1:gd name="connsiteX14-67" fmla="*/ 0 w 6858000"/>
              <ns1:gd name="connsiteY14-68" fmla="*/ 1680013 h 6464151"/>
              <ns1:gd name="connsiteX15-69" fmla="*/ 0 w 6858000"/>
              <ns1:gd name="connsiteY15-70" fmla="*/ 1021891 h 6464151"/>
              <ns1:gd name="connsiteX16-71" fmla="*/ 227535 w 6858000"/>
              <ns1:gd name="connsiteY16-72" fmla="*/ 1170992 h 6464151"/>
              <ns1:gd name="connsiteX17-73" fmla="*/ 6858000 w 6858000"/>
              <ns1:gd name="connsiteY17-74" fmla="*/ 4734 h 6464151"/>
              <ns1:gd name="connsiteX0-75" fmla="*/ 6858000 w 6858000"/>
              <ns1:gd name="connsiteY0-76" fmla="*/ 0 h 6459417"/>
              <ns1:gd name="connsiteX1-77" fmla="*/ 6858000 w 6858000"/>
              <ns1:gd name="connsiteY1-78" fmla="*/ 1675279 h 6459417"/>
              <ns1:gd name="connsiteX2-79" fmla="*/ 6858000 w 6858000"/>
              <ns1:gd name="connsiteY2-80" fmla="*/ 1819701 h 6459417"/>
              <ns1:gd name="connsiteX3-81" fmla="*/ 6858000 w 6858000"/>
              <ns1:gd name="connsiteY3-82" fmla="*/ 2278767 h 6459417"/>
              <ns1:gd name="connsiteX4-83" fmla="*/ 6858000 w 6858000"/>
              <ns1:gd name="connsiteY4-84" fmla="*/ 3954046 h 6459417"/>
              <ns1:gd name="connsiteX5-85" fmla="*/ 6858000 w 6858000"/>
              <ns1:gd name="connsiteY5-86" fmla="*/ 4098468 h 6459417"/>
              <ns1:gd name="connsiteX6-87" fmla="*/ 6858000 w 6858000"/>
              <ns1:gd name="connsiteY6-88" fmla="*/ 4180650 h 6459417"/>
              <ns1:gd name="connsiteX7-89" fmla="*/ 6858000 w 6858000"/>
              <ns1:gd name="connsiteY7-90" fmla="*/ 6459417 h 6459417"/>
              <ns1:gd name="connsiteX8-91" fmla="*/ 0 w 6858000"/>
              <ns1:gd name="connsiteY8-92" fmla="*/ 6459417 h 6459417"/>
              <ns1:gd name="connsiteX9-93" fmla="*/ 0 w 6858000"/>
              <ns1:gd name="connsiteY9-94" fmla="*/ 4180650 h 6459417"/>
              <ns1:gd name="connsiteX10-95" fmla="*/ 0 w 6858000"/>
              <ns1:gd name="connsiteY10-96" fmla="*/ 4098468 h 6459417"/>
              <ns1:gd name="connsiteX11-97" fmla="*/ 0 w 6858000"/>
              <ns1:gd name="connsiteY11-98" fmla="*/ 3954046 h 6459417"/>
              <ns1:gd name="connsiteX12-99" fmla="*/ 0 w 6858000"/>
              <ns1:gd name="connsiteY12-100" fmla="*/ 3295924 h 6459417"/>
              <ns1:gd name="connsiteX13-101" fmla="*/ 0 w 6858000"/>
              <ns1:gd name="connsiteY13-102" fmla="*/ 1819701 h 6459417"/>
              <ns1:gd name="connsiteX14-103" fmla="*/ 0 w 6858000"/>
              <ns1:gd name="connsiteY14-104" fmla="*/ 1675279 h 6459417"/>
              <ns1:gd name="connsiteX15-105" fmla="*/ 0 w 6858000"/>
              <ns1:gd name="connsiteY15-106" fmla="*/ 1017157 h 6459417"/>
              <ns1:gd name="connsiteX16-107" fmla="*/ 227535 w 6858000"/>
              <ns1:gd name="connsiteY16-108" fmla="*/ 1166258 h 6459417"/>
              <ns1:gd name="connsiteX17-109" fmla="*/ 6858000 w 6858000"/>
              <ns1:gd name="connsiteY17-110" fmla="*/ 0 h 6459417"/>
              <ns1:gd name="connsiteX0-111" fmla="*/ 6858000 w 6858000"/>
              <ns1:gd name="connsiteY0-112" fmla="*/ 0 h 6459417"/>
              <ns1:gd name="connsiteX1-113" fmla="*/ 6858000 w 6858000"/>
              <ns1:gd name="connsiteY1-114" fmla="*/ 1675279 h 6459417"/>
              <ns1:gd name="connsiteX2-115" fmla="*/ 6858000 w 6858000"/>
              <ns1:gd name="connsiteY2-116" fmla="*/ 1819701 h 6459417"/>
              <ns1:gd name="connsiteX3-117" fmla="*/ 6858000 w 6858000"/>
              <ns1:gd name="connsiteY3-118" fmla="*/ 2278767 h 6459417"/>
              <ns1:gd name="connsiteX4-119" fmla="*/ 6858000 w 6858000"/>
              <ns1:gd name="connsiteY4-120" fmla="*/ 3954046 h 6459417"/>
              <ns1:gd name="connsiteX5-121" fmla="*/ 6858000 w 6858000"/>
              <ns1:gd name="connsiteY5-122" fmla="*/ 4098468 h 6459417"/>
              <ns1:gd name="connsiteX6-123" fmla="*/ 6858000 w 6858000"/>
              <ns1:gd name="connsiteY6-124" fmla="*/ 4180650 h 6459417"/>
              <ns1:gd name="connsiteX7-125" fmla="*/ 6858000 w 6858000"/>
              <ns1:gd name="connsiteY7-126" fmla="*/ 6459417 h 6459417"/>
              <ns1:gd name="connsiteX8-127" fmla="*/ 0 w 6858000"/>
              <ns1:gd name="connsiteY8-128" fmla="*/ 6459417 h 6459417"/>
              <ns1:gd name="connsiteX9-129" fmla="*/ 0 w 6858000"/>
              <ns1:gd name="connsiteY9-130" fmla="*/ 4180650 h 6459417"/>
              <ns1:gd name="connsiteX10-131" fmla="*/ 0 w 6858000"/>
              <ns1:gd name="connsiteY10-132" fmla="*/ 4098468 h 6459417"/>
              <ns1:gd name="connsiteX11-133" fmla="*/ 0 w 6858000"/>
              <ns1:gd name="connsiteY11-134" fmla="*/ 3954046 h 6459417"/>
              <ns1:gd name="connsiteX12-135" fmla="*/ 0 w 6858000"/>
              <ns1:gd name="connsiteY12-136" fmla="*/ 3295924 h 6459417"/>
              <ns1:gd name="connsiteX13-137" fmla="*/ 0 w 6858000"/>
              <ns1:gd name="connsiteY13-138" fmla="*/ 1819701 h 6459417"/>
              <ns1:gd name="connsiteX14-139" fmla="*/ 0 w 6858000"/>
              <ns1:gd name="connsiteY14-140" fmla="*/ 1675279 h 6459417"/>
              <ns1:gd name="connsiteX15-141" fmla="*/ 0 w 6858000"/>
              <ns1:gd name="connsiteY15-142" fmla="*/ 1017157 h 6459417"/>
              <ns1:gd name="connsiteX16-143" fmla="*/ 6858000 w 6858000"/>
              <ns1:gd name="connsiteY16-144" fmla="*/ 0 h 6459417"/>
              <ns1:gd name="connsiteX0-145" fmla="*/ 6858000 w 6858000"/>
              <ns1:gd name="connsiteY0-146" fmla="*/ 0 h 6459417"/>
              <ns1:gd name="connsiteX1-147" fmla="*/ 6858000 w 6858000"/>
              <ns1:gd name="connsiteY1-148" fmla="*/ 1675279 h 6459417"/>
              <ns1:gd name="connsiteX2-149" fmla="*/ 6858000 w 6858000"/>
              <ns1:gd name="connsiteY2-150" fmla="*/ 1819701 h 6459417"/>
              <ns1:gd name="connsiteX3-151" fmla="*/ 6858000 w 6858000"/>
              <ns1:gd name="connsiteY3-152" fmla="*/ 2278767 h 6459417"/>
              <ns1:gd name="connsiteX4-153" fmla="*/ 6858000 w 6858000"/>
              <ns1:gd name="connsiteY4-154" fmla="*/ 3954046 h 6459417"/>
              <ns1:gd name="connsiteX5-155" fmla="*/ 6858000 w 6858000"/>
              <ns1:gd name="connsiteY5-156" fmla="*/ 4098468 h 6459417"/>
              <ns1:gd name="connsiteX6-157" fmla="*/ 6858000 w 6858000"/>
              <ns1:gd name="connsiteY6-158" fmla="*/ 4180650 h 6459417"/>
              <ns1:gd name="connsiteX7-159" fmla="*/ 6858000 w 6858000"/>
              <ns1:gd name="connsiteY7-160" fmla="*/ 6459417 h 6459417"/>
              <ns1:gd name="connsiteX8-161" fmla="*/ 0 w 6858000"/>
              <ns1:gd name="connsiteY8-162" fmla="*/ 6459417 h 6459417"/>
              <ns1:gd name="connsiteX9-163" fmla="*/ 0 w 6858000"/>
              <ns1:gd name="connsiteY9-164" fmla="*/ 4180650 h 6459417"/>
              <ns1:gd name="connsiteX10-165" fmla="*/ 0 w 6858000"/>
              <ns1:gd name="connsiteY10-166" fmla="*/ 4098468 h 6459417"/>
              <ns1:gd name="connsiteX11-167" fmla="*/ 0 w 6858000"/>
              <ns1:gd name="connsiteY11-168" fmla="*/ 3954046 h 6459417"/>
              <ns1:gd name="connsiteX12-169" fmla="*/ 0 w 6858000"/>
              <ns1:gd name="connsiteY12-170" fmla="*/ 3295924 h 6459417"/>
              <ns1:gd name="connsiteX13-171" fmla="*/ 0 w 6858000"/>
              <ns1:gd name="connsiteY13-172" fmla="*/ 1819701 h 6459417"/>
              <ns1:gd name="connsiteX14-173" fmla="*/ 0 w 6858000"/>
              <ns1:gd name="connsiteY14-174" fmla="*/ 1675279 h 6459417"/>
              <ns1:gd name="connsiteX15-175" fmla="*/ 0 w 6858000"/>
              <ns1:gd name="connsiteY15-176" fmla="*/ 1017157 h 6459417"/>
              <ns1:gd name="connsiteX16-177" fmla="*/ 6858000 w 6858000"/>
              <ns1:gd name="connsiteY16-178" fmla="*/ 0 h 6459417"/>
              <ns1:gd name="connsiteX0-179" fmla="*/ 6858000 w 6858000"/>
              <ns1:gd name="connsiteY0-180" fmla="*/ 0 h 6459417"/>
              <ns1:gd name="connsiteX1-181" fmla="*/ 6858000 w 6858000"/>
              <ns1:gd name="connsiteY1-182" fmla="*/ 1675279 h 6459417"/>
              <ns1:gd name="connsiteX2-183" fmla="*/ 6858000 w 6858000"/>
              <ns1:gd name="connsiteY2-184" fmla="*/ 1819701 h 6459417"/>
              <ns1:gd name="connsiteX3-185" fmla="*/ 6858000 w 6858000"/>
              <ns1:gd name="connsiteY3-186" fmla="*/ 2278767 h 6459417"/>
              <ns1:gd name="connsiteX4-187" fmla="*/ 6858000 w 6858000"/>
              <ns1:gd name="connsiteY4-188" fmla="*/ 3954046 h 6459417"/>
              <ns1:gd name="connsiteX5-189" fmla="*/ 6858000 w 6858000"/>
              <ns1:gd name="connsiteY5-190" fmla="*/ 4098468 h 6459417"/>
              <ns1:gd name="connsiteX6-191" fmla="*/ 6858000 w 6858000"/>
              <ns1:gd name="connsiteY6-192" fmla="*/ 4180650 h 6459417"/>
              <ns1:gd name="connsiteX7-193" fmla="*/ 6858000 w 6858000"/>
              <ns1:gd name="connsiteY7-194" fmla="*/ 6459417 h 6459417"/>
              <ns1:gd name="connsiteX8-195" fmla="*/ 0 w 6858000"/>
              <ns1:gd name="connsiteY8-196" fmla="*/ 6459417 h 6459417"/>
              <ns1:gd name="connsiteX9-197" fmla="*/ 0 w 6858000"/>
              <ns1:gd name="connsiteY9-198" fmla="*/ 4180650 h 6459417"/>
              <ns1:gd name="connsiteX10-199" fmla="*/ 0 w 6858000"/>
              <ns1:gd name="connsiteY10-200" fmla="*/ 4098468 h 6459417"/>
              <ns1:gd name="connsiteX11-201" fmla="*/ 0 w 6858000"/>
              <ns1:gd name="connsiteY11-202" fmla="*/ 3954046 h 6459417"/>
              <ns1:gd name="connsiteX12-203" fmla="*/ 0 w 6858000"/>
              <ns1:gd name="connsiteY12-204" fmla="*/ 3295924 h 6459417"/>
              <ns1:gd name="connsiteX13-205" fmla="*/ 0 w 6858000"/>
              <ns1:gd name="connsiteY13-206" fmla="*/ 1819701 h 6459417"/>
              <ns1:gd name="connsiteX14-207" fmla="*/ 0 w 6858000"/>
              <ns1:gd name="connsiteY14-208" fmla="*/ 1675279 h 6459417"/>
              <ns1:gd name="connsiteX15-209" fmla="*/ 0 w 6858000"/>
              <ns1:gd name="connsiteY15-210" fmla="*/ 1017157 h 6459417"/>
              <ns1:gd name="connsiteX16-211" fmla="*/ 6858000 w 6858000"/>
              <ns1:gd name="connsiteY16-212" fmla="*/ 0 h 6459417"/>
              <ns1:gd name="connsiteX0-213" fmla="*/ 6858000 w 6858000"/>
              <ns1:gd name="connsiteY0-214" fmla="*/ 0 h 6459417"/>
              <ns1:gd name="connsiteX1-215" fmla="*/ 6858000 w 6858000"/>
              <ns1:gd name="connsiteY1-216" fmla="*/ 1675279 h 6459417"/>
              <ns1:gd name="connsiteX2-217" fmla="*/ 6858000 w 6858000"/>
              <ns1:gd name="connsiteY2-218" fmla="*/ 1819701 h 6459417"/>
              <ns1:gd name="connsiteX3-219" fmla="*/ 6858000 w 6858000"/>
              <ns1:gd name="connsiteY3-220" fmla="*/ 2278767 h 6459417"/>
              <ns1:gd name="connsiteX4-221" fmla="*/ 6858000 w 6858000"/>
              <ns1:gd name="connsiteY4-222" fmla="*/ 3954046 h 6459417"/>
              <ns1:gd name="connsiteX5-223" fmla="*/ 6858000 w 6858000"/>
              <ns1:gd name="connsiteY5-224" fmla="*/ 4098468 h 6459417"/>
              <ns1:gd name="connsiteX6-225" fmla="*/ 6858000 w 6858000"/>
              <ns1:gd name="connsiteY6-226" fmla="*/ 4180650 h 6459417"/>
              <ns1:gd name="connsiteX7-227" fmla="*/ 6858000 w 6858000"/>
              <ns1:gd name="connsiteY7-228" fmla="*/ 6459417 h 6459417"/>
              <ns1:gd name="connsiteX8-229" fmla="*/ 0 w 6858000"/>
              <ns1:gd name="connsiteY8-230" fmla="*/ 6459417 h 6459417"/>
              <ns1:gd name="connsiteX9-231" fmla="*/ 0 w 6858000"/>
              <ns1:gd name="connsiteY9-232" fmla="*/ 4180650 h 6459417"/>
              <ns1:gd name="connsiteX10-233" fmla="*/ 0 w 6858000"/>
              <ns1:gd name="connsiteY10-234" fmla="*/ 4098468 h 6459417"/>
              <ns1:gd name="connsiteX11-235" fmla="*/ 0 w 6858000"/>
              <ns1:gd name="connsiteY11-236" fmla="*/ 3954046 h 6459417"/>
              <ns1:gd name="connsiteX12-237" fmla="*/ 0 w 6858000"/>
              <ns1:gd name="connsiteY12-238" fmla="*/ 3295924 h 6459417"/>
              <ns1:gd name="connsiteX13-239" fmla="*/ 0 w 6858000"/>
              <ns1:gd name="connsiteY13-240" fmla="*/ 1819701 h 6459417"/>
              <ns1:gd name="connsiteX14-241" fmla="*/ 0 w 6858000"/>
              <ns1:gd name="connsiteY14-242" fmla="*/ 1675279 h 6459417"/>
              <ns1:gd name="connsiteX15-243" fmla="*/ 0 w 6858000"/>
              <ns1:gd name="connsiteY15-244" fmla="*/ 1017157 h 6459417"/>
              <ns1:gd name="connsiteX16-245" fmla="*/ 6858000 w 6858000"/>
              <ns1:gd name="connsiteY16-246" fmla="*/ 0 h 6459417"/>
              <ns1:gd name="connsiteX0-247" fmla="*/ 6858000 w 6858000"/>
              <ns1:gd name="connsiteY0-248" fmla="*/ 0 h 6459417"/>
              <ns1:gd name="connsiteX1-249" fmla="*/ 6858000 w 6858000"/>
              <ns1:gd name="connsiteY1-250" fmla="*/ 1675279 h 6459417"/>
              <ns1:gd name="connsiteX2-251" fmla="*/ 6858000 w 6858000"/>
              <ns1:gd name="connsiteY2-252" fmla="*/ 1819701 h 6459417"/>
              <ns1:gd name="connsiteX3-253" fmla="*/ 6858000 w 6858000"/>
              <ns1:gd name="connsiteY3-254" fmla="*/ 2278767 h 6459417"/>
              <ns1:gd name="connsiteX4-255" fmla="*/ 6858000 w 6858000"/>
              <ns1:gd name="connsiteY4-256" fmla="*/ 3954046 h 6459417"/>
              <ns1:gd name="connsiteX5-257" fmla="*/ 6858000 w 6858000"/>
              <ns1:gd name="connsiteY5-258" fmla="*/ 4098468 h 6459417"/>
              <ns1:gd name="connsiteX6-259" fmla="*/ 6858000 w 6858000"/>
              <ns1:gd name="connsiteY6-260" fmla="*/ 4180650 h 6459417"/>
              <ns1:gd name="connsiteX7-261" fmla="*/ 6858000 w 6858000"/>
              <ns1:gd name="connsiteY7-262" fmla="*/ 6459417 h 6459417"/>
              <ns1:gd name="connsiteX8-263" fmla="*/ 0 w 6858000"/>
              <ns1:gd name="connsiteY8-264" fmla="*/ 6459417 h 6459417"/>
              <ns1:gd name="connsiteX9-265" fmla="*/ 0 w 6858000"/>
              <ns1:gd name="connsiteY9-266" fmla="*/ 4180650 h 6459417"/>
              <ns1:gd name="connsiteX10-267" fmla="*/ 0 w 6858000"/>
              <ns1:gd name="connsiteY10-268" fmla="*/ 4098468 h 6459417"/>
              <ns1:gd name="connsiteX11-269" fmla="*/ 0 w 6858000"/>
              <ns1:gd name="connsiteY11-270" fmla="*/ 3954046 h 6459417"/>
              <ns1:gd name="connsiteX12-271" fmla="*/ 0 w 6858000"/>
              <ns1:gd name="connsiteY12-272" fmla="*/ 3295924 h 6459417"/>
              <ns1:gd name="connsiteX13-273" fmla="*/ 0 w 6858000"/>
              <ns1:gd name="connsiteY13-274" fmla="*/ 1819701 h 6459417"/>
              <ns1:gd name="connsiteX14-275" fmla="*/ 0 w 6858000"/>
              <ns1:gd name="connsiteY14-276" fmla="*/ 1675279 h 6459417"/>
              <ns1:gd name="connsiteX15-277" fmla="*/ 0 w 6858000"/>
              <ns1:gd name="connsiteY15-278" fmla="*/ 1017157 h 6459417"/>
              <ns1:gd name="connsiteX16-279" fmla="*/ 6858000 w 6858000"/>
              <ns1:gd name="connsiteY16-280" fmla="*/ 0 h 6459417"/>
              <ns1:gd name="connsiteX0-281" fmla="*/ 6858000 w 6858000"/>
              <ns1:gd name="connsiteY0-282" fmla="*/ 0 h 6459417"/>
              <ns1:gd name="connsiteX1-283" fmla="*/ 6858000 w 6858000"/>
              <ns1:gd name="connsiteY1-284" fmla="*/ 1675279 h 6459417"/>
              <ns1:gd name="connsiteX2-285" fmla="*/ 6858000 w 6858000"/>
              <ns1:gd name="connsiteY2-286" fmla="*/ 1819701 h 6459417"/>
              <ns1:gd name="connsiteX3-287" fmla="*/ 6858000 w 6858000"/>
              <ns1:gd name="connsiteY3-288" fmla="*/ 2278767 h 6459417"/>
              <ns1:gd name="connsiteX4-289" fmla="*/ 6858000 w 6858000"/>
              <ns1:gd name="connsiteY4-290" fmla="*/ 3954046 h 6459417"/>
              <ns1:gd name="connsiteX5-291" fmla="*/ 6858000 w 6858000"/>
              <ns1:gd name="connsiteY5-292" fmla="*/ 4098468 h 6459417"/>
              <ns1:gd name="connsiteX6-293" fmla="*/ 6858000 w 6858000"/>
              <ns1:gd name="connsiteY6-294" fmla="*/ 4180650 h 6459417"/>
              <ns1:gd name="connsiteX7-295" fmla="*/ 6858000 w 6858000"/>
              <ns1:gd name="connsiteY7-296" fmla="*/ 6459417 h 6459417"/>
              <ns1:gd name="connsiteX8-297" fmla="*/ 0 w 6858000"/>
              <ns1:gd name="connsiteY8-298" fmla="*/ 6459417 h 6459417"/>
              <ns1:gd name="connsiteX9-299" fmla="*/ 0 w 6858000"/>
              <ns1:gd name="connsiteY9-300" fmla="*/ 4180650 h 6459417"/>
              <ns1:gd name="connsiteX10-301" fmla="*/ 0 w 6858000"/>
              <ns1:gd name="connsiteY10-302" fmla="*/ 4098468 h 6459417"/>
              <ns1:gd name="connsiteX11-303" fmla="*/ 0 w 6858000"/>
              <ns1:gd name="connsiteY11-304" fmla="*/ 3954046 h 6459417"/>
              <ns1:gd name="connsiteX12-305" fmla="*/ 0 w 6858000"/>
              <ns1:gd name="connsiteY12-306" fmla="*/ 3295924 h 6459417"/>
              <ns1:gd name="connsiteX13-307" fmla="*/ 0 w 6858000"/>
              <ns1:gd name="connsiteY13-308" fmla="*/ 1819701 h 6459417"/>
              <ns1:gd name="connsiteX14-309" fmla="*/ 0 w 6858000"/>
              <ns1:gd name="connsiteY14-310" fmla="*/ 1675279 h 6459417"/>
              <ns1:gd name="connsiteX15-311" fmla="*/ 0 w 6858000"/>
              <ns1:gd name="connsiteY15-312" fmla="*/ 1017157 h 6459417"/>
              <ns1:gd name="connsiteX16-313" fmla="*/ 6858000 w 6858000"/>
              <ns1:gd name="connsiteY16-314" fmla="*/ 0 h 6459417"/>
              <ns1:gd name="connsiteX0-315" fmla="*/ 6858000 w 6858000"/>
              <ns1:gd name="connsiteY0-316" fmla="*/ 0 h 6459417"/>
              <ns1:gd name="connsiteX1-317" fmla="*/ 6858000 w 6858000"/>
              <ns1:gd name="connsiteY1-318" fmla="*/ 1675279 h 6459417"/>
              <ns1:gd name="connsiteX2-319" fmla="*/ 6858000 w 6858000"/>
              <ns1:gd name="connsiteY2-320" fmla="*/ 1819701 h 6459417"/>
              <ns1:gd name="connsiteX3-321" fmla="*/ 6858000 w 6858000"/>
              <ns1:gd name="connsiteY3-322" fmla="*/ 2278767 h 6459417"/>
              <ns1:gd name="connsiteX4-323" fmla="*/ 6858000 w 6858000"/>
              <ns1:gd name="connsiteY4-324" fmla="*/ 3954046 h 6459417"/>
              <ns1:gd name="connsiteX5-325" fmla="*/ 6858000 w 6858000"/>
              <ns1:gd name="connsiteY5-326" fmla="*/ 4098468 h 6459417"/>
              <ns1:gd name="connsiteX6-327" fmla="*/ 6858000 w 6858000"/>
              <ns1:gd name="connsiteY6-328" fmla="*/ 4180650 h 6459417"/>
              <ns1:gd name="connsiteX7-329" fmla="*/ 6858000 w 6858000"/>
              <ns1:gd name="connsiteY7-330" fmla="*/ 6459417 h 6459417"/>
              <ns1:gd name="connsiteX8-331" fmla="*/ 0 w 6858000"/>
              <ns1:gd name="connsiteY8-332" fmla="*/ 6459417 h 6459417"/>
              <ns1:gd name="connsiteX9-333" fmla="*/ 0 w 6858000"/>
              <ns1:gd name="connsiteY9-334" fmla="*/ 4180650 h 6459417"/>
              <ns1:gd name="connsiteX10-335" fmla="*/ 0 w 6858000"/>
              <ns1:gd name="connsiteY10-336" fmla="*/ 4098468 h 6459417"/>
              <ns1:gd name="connsiteX11-337" fmla="*/ 0 w 6858000"/>
              <ns1:gd name="connsiteY11-338" fmla="*/ 3954046 h 6459417"/>
              <ns1:gd name="connsiteX12-339" fmla="*/ 0 w 6858000"/>
              <ns1:gd name="connsiteY12-340" fmla="*/ 3295924 h 6459417"/>
              <ns1:gd name="connsiteX13-341" fmla="*/ 0 w 6858000"/>
              <ns1:gd name="connsiteY13-342" fmla="*/ 1819701 h 6459417"/>
              <ns1:gd name="connsiteX14-343" fmla="*/ 0 w 6858000"/>
              <ns1:gd name="connsiteY14-344" fmla="*/ 1675279 h 6459417"/>
              <ns1:gd name="connsiteX15-345" fmla="*/ 0 w 6858000"/>
              <ns1:gd name="connsiteY15-346" fmla="*/ 1017157 h 6459417"/>
              <ns1:gd name="connsiteX16-347" fmla="*/ 6858000 w 6858000"/>
              <ns1:gd name="connsiteY16-348" fmla="*/ 0 h 6459417"/>
              <ns1:gd name="connsiteX0-349" fmla="*/ 6858000 w 6858000"/>
              <ns1:gd name="connsiteY0-350" fmla="*/ 0 h 6459417"/>
              <ns1:gd name="connsiteX1-351" fmla="*/ 6858000 w 6858000"/>
              <ns1:gd name="connsiteY1-352" fmla="*/ 1675279 h 6459417"/>
              <ns1:gd name="connsiteX2-353" fmla="*/ 6858000 w 6858000"/>
              <ns1:gd name="connsiteY2-354" fmla="*/ 1819701 h 6459417"/>
              <ns1:gd name="connsiteX3-355" fmla="*/ 6858000 w 6858000"/>
              <ns1:gd name="connsiteY3-356" fmla="*/ 2278767 h 6459417"/>
              <ns1:gd name="connsiteX4-357" fmla="*/ 6858000 w 6858000"/>
              <ns1:gd name="connsiteY4-358" fmla="*/ 3954046 h 6459417"/>
              <ns1:gd name="connsiteX5-359" fmla="*/ 6858000 w 6858000"/>
              <ns1:gd name="connsiteY5-360" fmla="*/ 4098468 h 6459417"/>
              <ns1:gd name="connsiteX6-361" fmla="*/ 6858000 w 6858000"/>
              <ns1:gd name="connsiteY6-362" fmla="*/ 4180650 h 6459417"/>
              <ns1:gd name="connsiteX7-363" fmla="*/ 6858000 w 6858000"/>
              <ns1:gd name="connsiteY7-364" fmla="*/ 6459417 h 6459417"/>
              <ns1:gd name="connsiteX8-365" fmla="*/ 0 w 6858000"/>
              <ns1:gd name="connsiteY8-366" fmla="*/ 6459417 h 6459417"/>
              <ns1:gd name="connsiteX9-367" fmla="*/ 0 w 6858000"/>
              <ns1:gd name="connsiteY9-368" fmla="*/ 4180650 h 6459417"/>
              <ns1:gd name="connsiteX10-369" fmla="*/ 0 w 6858000"/>
              <ns1:gd name="connsiteY10-370" fmla="*/ 4098468 h 6459417"/>
              <ns1:gd name="connsiteX11-371" fmla="*/ 0 w 6858000"/>
              <ns1:gd name="connsiteY11-372" fmla="*/ 3954046 h 6459417"/>
              <ns1:gd name="connsiteX12-373" fmla="*/ 0 w 6858000"/>
              <ns1:gd name="connsiteY12-374" fmla="*/ 3295924 h 6459417"/>
              <ns1:gd name="connsiteX13-375" fmla="*/ 0 w 6858000"/>
              <ns1:gd name="connsiteY13-376" fmla="*/ 1819701 h 6459417"/>
              <ns1:gd name="connsiteX14-377" fmla="*/ 0 w 6858000"/>
              <ns1:gd name="connsiteY14-378" fmla="*/ 1675279 h 6459417"/>
              <ns1:gd name="connsiteX15-379" fmla="*/ 0 w 6858000"/>
              <ns1:gd name="connsiteY15-380" fmla="*/ 1017157 h 6459417"/>
              <ns1:gd name="connsiteX16-381" fmla="*/ 6858000 w 6858000"/>
              <ns1:gd name="connsiteY16-382" fmla="*/ 0 h 6459417"/>
              <ns1:gd name="connsiteX0-383" fmla="*/ 6858000 w 6858000"/>
              <ns1:gd name="connsiteY0-384" fmla="*/ 0 h 6459417"/>
              <ns1:gd name="connsiteX1-385" fmla="*/ 6858000 w 6858000"/>
              <ns1:gd name="connsiteY1-386" fmla="*/ 1675279 h 6459417"/>
              <ns1:gd name="connsiteX2-387" fmla="*/ 6858000 w 6858000"/>
              <ns1:gd name="connsiteY2-388" fmla="*/ 1819701 h 6459417"/>
              <ns1:gd name="connsiteX3-389" fmla="*/ 6858000 w 6858000"/>
              <ns1:gd name="connsiteY3-390" fmla="*/ 2278767 h 6459417"/>
              <ns1:gd name="connsiteX4-391" fmla="*/ 6858000 w 6858000"/>
              <ns1:gd name="connsiteY4-392" fmla="*/ 3954046 h 6459417"/>
              <ns1:gd name="connsiteX5-393" fmla="*/ 6858000 w 6858000"/>
              <ns1:gd name="connsiteY5-394" fmla="*/ 4098468 h 6459417"/>
              <ns1:gd name="connsiteX6-395" fmla="*/ 6858000 w 6858000"/>
              <ns1:gd name="connsiteY6-396" fmla="*/ 4180650 h 6459417"/>
              <ns1:gd name="connsiteX7-397" fmla="*/ 6858000 w 6858000"/>
              <ns1:gd name="connsiteY7-398" fmla="*/ 6459417 h 6459417"/>
              <ns1:gd name="connsiteX8-399" fmla="*/ 0 w 6858000"/>
              <ns1:gd name="connsiteY8-400" fmla="*/ 6459417 h 6459417"/>
              <ns1:gd name="connsiteX9-401" fmla="*/ 0 w 6858000"/>
              <ns1:gd name="connsiteY9-402" fmla="*/ 4180650 h 6459417"/>
              <ns1:gd name="connsiteX10-403" fmla="*/ 0 w 6858000"/>
              <ns1:gd name="connsiteY10-404" fmla="*/ 4098468 h 6459417"/>
              <ns1:gd name="connsiteX11-405" fmla="*/ 0 w 6858000"/>
              <ns1:gd name="connsiteY11-406" fmla="*/ 3954046 h 6459417"/>
              <ns1:gd name="connsiteX12-407" fmla="*/ 0 w 6858000"/>
              <ns1:gd name="connsiteY12-408" fmla="*/ 3295924 h 6459417"/>
              <ns1:gd name="connsiteX13-409" fmla="*/ 0 w 6858000"/>
              <ns1:gd name="connsiteY13-410" fmla="*/ 1819701 h 6459417"/>
              <ns1:gd name="connsiteX14-411" fmla="*/ 0 w 6858000"/>
              <ns1:gd name="connsiteY14-412" fmla="*/ 1675279 h 6459417"/>
              <ns1:gd name="connsiteX15-413" fmla="*/ 0 w 6858000"/>
              <ns1:gd name="connsiteY15-414" fmla="*/ 1017157 h 6459417"/>
              <ns1:gd name="connsiteX16-415" fmla="*/ 6858000 w 6858000"/>
              <ns1:gd name="connsiteY16-416" fmla="*/ 0 h 6459417"/>
              <ns1:gd name="connsiteX0-417" fmla="*/ 6858003 w 6858003"/>
              <ns1:gd name="connsiteY0-418" fmla="*/ 0 h 6735189"/>
              <ns1:gd name="connsiteX1-419" fmla="*/ 6858000 w 6858003"/>
              <ns1:gd name="connsiteY1-420" fmla="*/ 1951051 h 6735189"/>
              <ns1:gd name="connsiteX2-421" fmla="*/ 6858000 w 6858003"/>
              <ns1:gd name="connsiteY2-422" fmla="*/ 2095473 h 6735189"/>
              <ns1:gd name="connsiteX3-423" fmla="*/ 6858000 w 6858003"/>
              <ns1:gd name="connsiteY3-424" fmla="*/ 2554539 h 6735189"/>
              <ns1:gd name="connsiteX4-425" fmla="*/ 6858000 w 6858003"/>
              <ns1:gd name="connsiteY4-426" fmla="*/ 4229818 h 6735189"/>
              <ns1:gd name="connsiteX5-427" fmla="*/ 6858000 w 6858003"/>
              <ns1:gd name="connsiteY5-428" fmla="*/ 4374240 h 6735189"/>
              <ns1:gd name="connsiteX6-429" fmla="*/ 6858000 w 6858003"/>
              <ns1:gd name="connsiteY6-430" fmla="*/ 4456422 h 6735189"/>
              <ns1:gd name="connsiteX7-431" fmla="*/ 6858000 w 6858003"/>
              <ns1:gd name="connsiteY7-432" fmla="*/ 6735189 h 6735189"/>
              <ns1:gd name="connsiteX8-433" fmla="*/ 0 w 6858003"/>
              <ns1:gd name="connsiteY8-434" fmla="*/ 6735189 h 6735189"/>
              <ns1:gd name="connsiteX9-435" fmla="*/ 0 w 6858003"/>
              <ns1:gd name="connsiteY9-436" fmla="*/ 4456422 h 6735189"/>
              <ns1:gd name="connsiteX10-437" fmla="*/ 0 w 6858003"/>
              <ns1:gd name="connsiteY10-438" fmla="*/ 4374240 h 6735189"/>
              <ns1:gd name="connsiteX11-439" fmla="*/ 0 w 6858003"/>
              <ns1:gd name="connsiteY11-440" fmla="*/ 4229818 h 6735189"/>
              <ns1:gd name="connsiteX12-441" fmla="*/ 0 w 6858003"/>
              <ns1:gd name="connsiteY12-442" fmla="*/ 3571696 h 6735189"/>
              <ns1:gd name="connsiteX13-443" fmla="*/ 0 w 6858003"/>
              <ns1:gd name="connsiteY13-444" fmla="*/ 2095473 h 6735189"/>
              <ns1:gd name="connsiteX14-445" fmla="*/ 0 w 6858003"/>
              <ns1:gd name="connsiteY14-446" fmla="*/ 1951051 h 6735189"/>
              <ns1:gd name="connsiteX15-447" fmla="*/ 0 w 6858003"/>
              <ns1:gd name="connsiteY15-448" fmla="*/ 1292929 h 6735189"/>
              <ns1:gd name="connsiteX16-449" fmla="*/ 6858003 w 6858003"/>
              <ns1:gd name="connsiteY16-450" fmla="*/ 0 h 6735189"/>
              <ns1:gd name="connsiteX0-451" fmla="*/ 6858003 w 6858003"/>
              <ns1:gd name="connsiteY0-452" fmla="*/ 0 h 6735189"/>
              <ns1:gd name="connsiteX1-453" fmla="*/ 6858000 w 6858003"/>
              <ns1:gd name="connsiteY1-454" fmla="*/ 1951051 h 6735189"/>
              <ns1:gd name="connsiteX2-455" fmla="*/ 6858000 w 6858003"/>
              <ns1:gd name="connsiteY2-456" fmla="*/ 2095473 h 6735189"/>
              <ns1:gd name="connsiteX3-457" fmla="*/ 6858000 w 6858003"/>
              <ns1:gd name="connsiteY3-458" fmla="*/ 2554539 h 6735189"/>
              <ns1:gd name="connsiteX4-459" fmla="*/ 6858000 w 6858003"/>
              <ns1:gd name="connsiteY4-460" fmla="*/ 4229818 h 6735189"/>
              <ns1:gd name="connsiteX5-461" fmla="*/ 6858000 w 6858003"/>
              <ns1:gd name="connsiteY5-462" fmla="*/ 4374240 h 6735189"/>
              <ns1:gd name="connsiteX6-463" fmla="*/ 6858000 w 6858003"/>
              <ns1:gd name="connsiteY6-464" fmla="*/ 4456422 h 6735189"/>
              <ns1:gd name="connsiteX7-465" fmla="*/ 6858000 w 6858003"/>
              <ns1:gd name="connsiteY7-466" fmla="*/ 6735189 h 6735189"/>
              <ns1:gd name="connsiteX8-467" fmla="*/ 0 w 6858003"/>
              <ns1:gd name="connsiteY8-468" fmla="*/ 6735189 h 6735189"/>
              <ns1:gd name="connsiteX9-469" fmla="*/ 0 w 6858003"/>
              <ns1:gd name="connsiteY9-470" fmla="*/ 4456422 h 6735189"/>
              <ns1:gd name="connsiteX10-471" fmla="*/ 0 w 6858003"/>
              <ns1:gd name="connsiteY10-472" fmla="*/ 4374240 h 6735189"/>
              <ns1:gd name="connsiteX11-473" fmla="*/ 0 w 6858003"/>
              <ns1:gd name="connsiteY11-474" fmla="*/ 4229818 h 6735189"/>
              <ns1:gd name="connsiteX12-475" fmla="*/ 0 w 6858003"/>
              <ns1:gd name="connsiteY12-476" fmla="*/ 3571696 h 6735189"/>
              <ns1:gd name="connsiteX13-477" fmla="*/ 0 w 6858003"/>
              <ns1:gd name="connsiteY13-478" fmla="*/ 2095473 h 6735189"/>
              <ns1:gd name="connsiteX14-479" fmla="*/ 0 w 6858003"/>
              <ns1:gd name="connsiteY14-480" fmla="*/ 1951051 h 6735189"/>
              <ns1:gd name="connsiteX15-481" fmla="*/ 0 w 6858003"/>
              <ns1:gd name="connsiteY15-482" fmla="*/ 1292929 h 6735189"/>
              <ns1:gd name="connsiteX16-483" fmla="*/ 6858003 w 6858003"/>
              <ns1:gd name="connsiteY16-484" fmla="*/ 0 h 6735189"/>
              <ns1:gd name="connsiteX0-485" fmla="*/ 6858003 w 6858003"/>
              <ns1:gd name="connsiteY0-486" fmla="*/ 0 h 6735189"/>
              <ns1:gd name="connsiteX1-487" fmla="*/ 6858000 w 6858003"/>
              <ns1:gd name="connsiteY1-488" fmla="*/ 1951051 h 6735189"/>
              <ns1:gd name="connsiteX2-489" fmla="*/ 6858000 w 6858003"/>
              <ns1:gd name="connsiteY2-490" fmla="*/ 2095473 h 6735189"/>
              <ns1:gd name="connsiteX3-491" fmla="*/ 6858000 w 6858003"/>
              <ns1:gd name="connsiteY3-492" fmla="*/ 2554539 h 6735189"/>
              <ns1:gd name="connsiteX4-493" fmla="*/ 6858000 w 6858003"/>
              <ns1:gd name="connsiteY4-494" fmla="*/ 4229818 h 6735189"/>
              <ns1:gd name="connsiteX5-495" fmla="*/ 6858000 w 6858003"/>
              <ns1:gd name="connsiteY5-496" fmla="*/ 4374240 h 6735189"/>
              <ns1:gd name="connsiteX6-497" fmla="*/ 6858000 w 6858003"/>
              <ns1:gd name="connsiteY6-498" fmla="*/ 4456422 h 6735189"/>
              <ns1:gd name="connsiteX7-499" fmla="*/ 6858000 w 6858003"/>
              <ns1:gd name="connsiteY7-500" fmla="*/ 6735189 h 6735189"/>
              <ns1:gd name="connsiteX8-501" fmla="*/ 0 w 6858003"/>
              <ns1:gd name="connsiteY8-502" fmla="*/ 6735189 h 6735189"/>
              <ns1:gd name="connsiteX9-503" fmla="*/ 0 w 6858003"/>
              <ns1:gd name="connsiteY9-504" fmla="*/ 4456422 h 6735189"/>
              <ns1:gd name="connsiteX10-505" fmla="*/ 0 w 6858003"/>
              <ns1:gd name="connsiteY10-506" fmla="*/ 4374240 h 6735189"/>
              <ns1:gd name="connsiteX11-507" fmla="*/ 0 w 6858003"/>
              <ns1:gd name="connsiteY11-508" fmla="*/ 4229818 h 6735189"/>
              <ns1:gd name="connsiteX12-509" fmla="*/ 0 w 6858003"/>
              <ns1:gd name="connsiteY12-510" fmla="*/ 3571696 h 6735189"/>
              <ns1:gd name="connsiteX13-511" fmla="*/ 0 w 6858003"/>
              <ns1:gd name="connsiteY13-512" fmla="*/ 2095473 h 6735189"/>
              <ns1:gd name="connsiteX14-513" fmla="*/ 0 w 6858003"/>
              <ns1:gd name="connsiteY14-514" fmla="*/ 1951051 h 6735189"/>
              <ns1:gd name="connsiteX15-515" fmla="*/ 0 w 6858003"/>
              <ns1:gd name="connsiteY15-516" fmla="*/ 1292929 h 6735189"/>
              <ns1:gd name="connsiteX16-517" fmla="*/ 6858003 w 6858003"/>
              <ns1:gd name="connsiteY16-518" fmla="*/ 0 h 6735189"/>
              <ns1:gd name="connsiteX0-519" fmla="*/ 6858003 w 6858003"/>
              <ns1:gd name="connsiteY0-520" fmla="*/ 0 h 6735189"/>
              <ns1:gd name="connsiteX1-521" fmla="*/ 6858000 w 6858003"/>
              <ns1:gd name="connsiteY1-522" fmla="*/ 1951051 h 6735189"/>
              <ns1:gd name="connsiteX2-523" fmla="*/ 6858000 w 6858003"/>
              <ns1:gd name="connsiteY2-524" fmla="*/ 2095473 h 6735189"/>
              <ns1:gd name="connsiteX3-525" fmla="*/ 6858000 w 6858003"/>
              <ns1:gd name="connsiteY3-526" fmla="*/ 2554539 h 6735189"/>
              <ns1:gd name="connsiteX4-527" fmla="*/ 6858000 w 6858003"/>
              <ns1:gd name="connsiteY4-528" fmla="*/ 4229818 h 6735189"/>
              <ns1:gd name="connsiteX5-529" fmla="*/ 6858000 w 6858003"/>
              <ns1:gd name="connsiteY5-530" fmla="*/ 4374240 h 6735189"/>
              <ns1:gd name="connsiteX6-531" fmla="*/ 6858000 w 6858003"/>
              <ns1:gd name="connsiteY6-532" fmla="*/ 4456422 h 6735189"/>
              <ns1:gd name="connsiteX7-533" fmla="*/ 6858000 w 6858003"/>
              <ns1:gd name="connsiteY7-534" fmla="*/ 6735189 h 6735189"/>
              <ns1:gd name="connsiteX8-535" fmla="*/ 0 w 6858003"/>
              <ns1:gd name="connsiteY8-536" fmla="*/ 6735189 h 6735189"/>
              <ns1:gd name="connsiteX9-537" fmla="*/ 0 w 6858003"/>
              <ns1:gd name="connsiteY9-538" fmla="*/ 4456422 h 6735189"/>
              <ns1:gd name="connsiteX10-539" fmla="*/ 0 w 6858003"/>
              <ns1:gd name="connsiteY10-540" fmla="*/ 4374240 h 6735189"/>
              <ns1:gd name="connsiteX11-541" fmla="*/ 0 w 6858003"/>
              <ns1:gd name="connsiteY11-542" fmla="*/ 4229818 h 6735189"/>
              <ns1:gd name="connsiteX12-543" fmla="*/ 0 w 6858003"/>
              <ns1:gd name="connsiteY12-544" fmla="*/ 3571696 h 6735189"/>
              <ns1:gd name="connsiteX13-545" fmla="*/ 0 w 6858003"/>
              <ns1:gd name="connsiteY13-546" fmla="*/ 2095473 h 6735189"/>
              <ns1:gd name="connsiteX14-547" fmla="*/ 0 w 6858003"/>
              <ns1:gd name="connsiteY14-548" fmla="*/ 1951051 h 6735189"/>
              <ns1:gd name="connsiteX15-549" fmla="*/ 0 w 6858003"/>
              <ns1:gd name="connsiteY15-550" fmla="*/ 1292929 h 6735189"/>
              <ns1:gd name="connsiteX16-551" fmla="*/ 6858003 w 6858003"/>
              <ns1:gd name="connsiteY16-552" fmla="*/ 0 h 6735189"/>
              <ns1:gd name="connsiteX0-553" fmla="*/ 6858003 w 6858003"/>
              <ns1:gd name="connsiteY0-554" fmla="*/ 0 h 6735189"/>
              <ns1:gd name="connsiteX1-555" fmla="*/ 6858000 w 6858003"/>
              <ns1:gd name="connsiteY1-556" fmla="*/ 1951051 h 6735189"/>
              <ns1:gd name="connsiteX2-557" fmla="*/ 6858000 w 6858003"/>
              <ns1:gd name="connsiteY2-558" fmla="*/ 2095473 h 6735189"/>
              <ns1:gd name="connsiteX3-559" fmla="*/ 6858000 w 6858003"/>
              <ns1:gd name="connsiteY3-560" fmla="*/ 2554539 h 6735189"/>
              <ns1:gd name="connsiteX4-561" fmla="*/ 6858000 w 6858003"/>
              <ns1:gd name="connsiteY4-562" fmla="*/ 4229818 h 6735189"/>
              <ns1:gd name="connsiteX5-563" fmla="*/ 6858000 w 6858003"/>
              <ns1:gd name="connsiteY5-564" fmla="*/ 4374240 h 6735189"/>
              <ns1:gd name="connsiteX6-565" fmla="*/ 6858000 w 6858003"/>
              <ns1:gd name="connsiteY6-566" fmla="*/ 4456422 h 6735189"/>
              <ns1:gd name="connsiteX7-567" fmla="*/ 6858000 w 6858003"/>
              <ns1:gd name="connsiteY7-568" fmla="*/ 6735189 h 6735189"/>
              <ns1:gd name="connsiteX8-569" fmla="*/ 0 w 6858003"/>
              <ns1:gd name="connsiteY8-570" fmla="*/ 6735189 h 6735189"/>
              <ns1:gd name="connsiteX9-571" fmla="*/ 0 w 6858003"/>
              <ns1:gd name="connsiteY9-572" fmla="*/ 4456422 h 6735189"/>
              <ns1:gd name="connsiteX10-573" fmla="*/ 0 w 6858003"/>
              <ns1:gd name="connsiteY10-574" fmla="*/ 4374240 h 6735189"/>
              <ns1:gd name="connsiteX11-575" fmla="*/ 0 w 6858003"/>
              <ns1:gd name="connsiteY11-576" fmla="*/ 4229818 h 6735189"/>
              <ns1:gd name="connsiteX12-577" fmla="*/ 0 w 6858003"/>
              <ns1:gd name="connsiteY12-578" fmla="*/ 3571696 h 6735189"/>
              <ns1:gd name="connsiteX13-579" fmla="*/ 0 w 6858003"/>
              <ns1:gd name="connsiteY13-580" fmla="*/ 2095473 h 6735189"/>
              <ns1:gd name="connsiteX14-581" fmla="*/ 0 w 6858003"/>
              <ns1:gd name="connsiteY14-582" fmla="*/ 1951051 h 6735189"/>
              <ns1:gd name="connsiteX15-583" fmla="*/ 0 w 6858003"/>
              <ns1:gd name="connsiteY15-584" fmla="*/ 1292929 h 6735189"/>
              <ns1:gd name="connsiteX16-585" fmla="*/ 6858003 w 6858003"/>
              <ns1:gd name="connsiteY16-586" fmla="*/ 0 h 6735189"/>
              <ns1:gd name="connsiteX0-587" fmla="*/ 6858003 w 6858003"/>
              <ns1:gd name="connsiteY0-588" fmla="*/ 0 h 7431875"/>
              <ns1:gd name="connsiteX1-589" fmla="*/ 6858000 w 6858003"/>
              <ns1:gd name="connsiteY1-590" fmla="*/ 2647737 h 7431875"/>
              <ns1:gd name="connsiteX2-591" fmla="*/ 6858000 w 6858003"/>
              <ns1:gd name="connsiteY2-592" fmla="*/ 2792159 h 7431875"/>
              <ns1:gd name="connsiteX3-593" fmla="*/ 6858000 w 6858003"/>
              <ns1:gd name="connsiteY3-594" fmla="*/ 3251225 h 7431875"/>
              <ns1:gd name="connsiteX4-595" fmla="*/ 6858000 w 6858003"/>
              <ns1:gd name="connsiteY4-596" fmla="*/ 4926504 h 7431875"/>
              <ns1:gd name="connsiteX5-597" fmla="*/ 6858000 w 6858003"/>
              <ns1:gd name="connsiteY5-598" fmla="*/ 5070926 h 7431875"/>
              <ns1:gd name="connsiteX6-599" fmla="*/ 6858000 w 6858003"/>
              <ns1:gd name="connsiteY6-600" fmla="*/ 5153108 h 7431875"/>
              <ns1:gd name="connsiteX7-601" fmla="*/ 6858000 w 6858003"/>
              <ns1:gd name="connsiteY7-602" fmla="*/ 7431875 h 7431875"/>
              <ns1:gd name="connsiteX8-603" fmla="*/ 0 w 6858003"/>
              <ns1:gd name="connsiteY8-604" fmla="*/ 7431875 h 7431875"/>
              <ns1:gd name="connsiteX9-605" fmla="*/ 0 w 6858003"/>
              <ns1:gd name="connsiteY9-606" fmla="*/ 5153108 h 7431875"/>
              <ns1:gd name="connsiteX10-607" fmla="*/ 0 w 6858003"/>
              <ns1:gd name="connsiteY10-608" fmla="*/ 5070926 h 7431875"/>
              <ns1:gd name="connsiteX11-609" fmla="*/ 0 w 6858003"/>
              <ns1:gd name="connsiteY11-610" fmla="*/ 4926504 h 7431875"/>
              <ns1:gd name="connsiteX12-611" fmla="*/ 0 w 6858003"/>
              <ns1:gd name="connsiteY12-612" fmla="*/ 4268382 h 7431875"/>
              <ns1:gd name="connsiteX13-613" fmla="*/ 0 w 6858003"/>
              <ns1:gd name="connsiteY13-614" fmla="*/ 2792159 h 7431875"/>
              <ns1:gd name="connsiteX14-615" fmla="*/ 0 w 6858003"/>
              <ns1:gd name="connsiteY14-616" fmla="*/ 2647737 h 7431875"/>
              <ns1:gd name="connsiteX15-617" fmla="*/ 0 w 6858003"/>
              <ns1:gd name="connsiteY15-618" fmla="*/ 1989615 h 7431875"/>
              <ns1:gd name="connsiteX16-619" fmla="*/ 6858003 w 6858003"/>
              <ns1:gd name="connsiteY16-620" fmla="*/ 0 h 7431875"/>
              <ns1:gd name="connsiteX0-621" fmla="*/ 6872517 w 6872517"/>
              <ns1:gd name="connsiteY0-622" fmla="*/ 0 h 7431875"/>
              <ns1:gd name="connsiteX1-623" fmla="*/ 6872514 w 6872517"/>
              <ns1:gd name="connsiteY1-624" fmla="*/ 2647737 h 7431875"/>
              <ns1:gd name="connsiteX2-625" fmla="*/ 6872514 w 6872517"/>
              <ns1:gd name="connsiteY2-626" fmla="*/ 2792159 h 7431875"/>
              <ns1:gd name="connsiteX3-627" fmla="*/ 6872514 w 6872517"/>
              <ns1:gd name="connsiteY3-628" fmla="*/ 3251225 h 7431875"/>
              <ns1:gd name="connsiteX4-629" fmla="*/ 6872514 w 6872517"/>
              <ns1:gd name="connsiteY4-630" fmla="*/ 4926504 h 7431875"/>
              <ns1:gd name="connsiteX5-631" fmla="*/ 6872514 w 6872517"/>
              <ns1:gd name="connsiteY5-632" fmla="*/ 5070926 h 7431875"/>
              <ns1:gd name="connsiteX6-633" fmla="*/ 6872514 w 6872517"/>
              <ns1:gd name="connsiteY6-634" fmla="*/ 5153108 h 7431875"/>
              <ns1:gd name="connsiteX7-635" fmla="*/ 6872514 w 6872517"/>
              <ns1:gd name="connsiteY7-636" fmla="*/ 7431875 h 7431875"/>
              <ns1:gd name="connsiteX8-637" fmla="*/ 14514 w 6872517"/>
              <ns1:gd name="connsiteY8-638" fmla="*/ 7431875 h 7431875"/>
              <ns1:gd name="connsiteX9-639" fmla="*/ 14514 w 6872517"/>
              <ns1:gd name="connsiteY9-640" fmla="*/ 5153108 h 7431875"/>
              <ns1:gd name="connsiteX10-641" fmla="*/ 14514 w 6872517"/>
              <ns1:gd name="connsiteY10-642" fmla="*/ 5070926 h 7431875"/>
              <ns1:gd name="connsiteX11-643" fmla="*/ 14514 w 6872517"/>
              <ns1:gd name="connsiteY11-644" fmla="*/ 4926504 h 7431875"/>
              <ns1:gd name="connsiteX12-645" fmla="*/ 14514 w 6872517"/>
              <ns1:gd name="connsiteY12-646" fmla="*/ 4268382 h 7431875"/>
              <ns1:gd name="connsiteX13-647" fmla="*/ 14514 w 6872517"/>
              <ns1:gd name="connsiteY13-648" fmla="*/ 2792159 h 7431875"/>
              <ns1:gd name="connsiteX14-649" fmla="*/ 14514 w 6872517"/>
              <ns1:gd name="connsiteY14-650" fmla="*/ 2647737 h 7431875"/>
              <ns1:gd name="connsiteX15-651" fmla="*/ 0 w 6872517"/>
              <ns1:gd name="connsiteY15-652" fmla="*/ 480129 h 7431875"/>
              <ns1:gd name="connsiteX16-653" fmla="*/ 6872517 w 6872517"/>
              <ns1:gd name="connsiteY16-654" fmla="*/ 0 h 7431875"/>
              <ns1:gd name="connsiteX0-655" fmla="*/ 6858003 w 6858003"/>
              <ns1:gd name="connsiteY0-656" fmla="*/ 0 h 7431875"/>
              <ns1:gd name="connsiteX1-657" fmla="*/ 6858000 w 6858003"/>
              <ns1:gd name="connsiteY1-658" fmla="*/ 2647737 h 7431875"/>
              <ns1:gd name="connsiteX2-659" fmla="*/ 6858000 w 6858003"/>
              <ns1:gd name="connsiteY2-660" fmla="*/ 2792159 h 7431875"/>
              <ns1:gd name="connsiteX3-661" fmla="*/ 6858000 w 6858003"/>
              <ns1:gd name="connsiteY3-662" fmla="*/ 3251225 h 7431875"/>
              <ns1:gd name="connsiteX4-663" fmla="*/ 6858000 w 6858003"/>
              <ns1:gd name="connsiteY4-664" fmla="*/ 4926504 h 7431875"/>
              <ns1:gd name="connsiteX5-665" fmla="*/ 6858000 w 6858003"/>
              <ns1:gd name="connsiteY5-666" fmla="*/ 5070926 h 7431875"/>
              <ns1:gd name="connsiteX6-667" fmla="*/ 6858000 w 6858003"/>
              <ns1:gd name="connsiteY6-668" fmla="*/ 5153108 h 7431875"/>
              <ns1:gd name="connsiteX7-669" fmla="*/ 6858000 w 6858003"/>
              <ns1:gd name="connsiteY7-670" fmla="*/ 7431875 h 7431875"/>
              <ns1:gd name="connsiteX8-671" fmla="*/ 0 w 6858003"/>
              <ns1:gd name="connsiteY8-672" fmla="*/ 7431875 h 7431875"/>
              <ns1:gd name="connsiteX9-673" fmla="*/ 0 w 6858003"/>
              <ns1:gd name="connsiteY9-674" fmla="*/ 5153108 h 7431875"/>
              <ns1:gd name="connsiteX10-675" fmla="*/ 0 w 6858003"/>
              <ns1:gd name="connsiteY10-676" fmla="*/ 5070926 h 7431875"/>
              <ns1:gd name="connsiteX11-677" fmla="*/ 0 w 6858003"/>
              <ns1:gd name="connsiteY11-678" fmla="*/ 4926504 h 7431875"/>
              <ns1:gd name="connsiteX12-679" fmla="*/ 0 w 6858003"/>
              <ns1:gd name="connsiteY12-680" fmla="*/ 4268382 h 7431875"/>
              <ns1:gd name="connsiteX13-681" fmla="*/ 0 w 6858003"/>
              <ns1:gd name="connsiteY13-682" fmla="*/ 2792159 h 7431875"/>
              <ns1:gd name="connsiteX14-683" fmla="*/ 0 w 6858003"/>
              <ns1:gd name="connsiteY14-684" fmla="*/ 2647737 h 7431875"/>
              <ns1:gd name="connsiteX15-685" fmla="*/ 0 w 6858003"/>
              <ns1:gd name="connsiteY15-686" fmla="*/ 552701 h 7431875"/>
              <ns1:gd name="connsiteX16-687" fmla="*/ 6858003 w 6858003"/>
              <ns1:gd name="connsiteY16-688" fmla="*/ 0 h 7431875"/>
              <ns1:gd name="connsiteX0-689" fmla="*/ 6858003 w 6858003"/>
              <ns1:gd name="connsiteY0-690" fmla="*/ 0 h 7431875"/>
              <ns1:gd name="connsiteX1-691" fmla="*/ 6858000 w 6858003"/>
              <ns1:gd name="connsiteY1-692" fmla="*/ 2647737 h 7431875"/>
              <ns1:gd name="connsiteX2-693" fmla="*/ 6858000 w 6858003"/>
              <ns1:gd name="connsiteY2-694" fmla="*/ 2792159 h 7431875"/>
              <ns1:gd name="connsiteX3-695" fmla="*/ 6858000 w 6858003"/>
              <ns1:gd name="connsiteY3-696" fmla="*/ 3251225 h 7431875"/>
              <ns1:gd name="connsiteX4-697" fmla="*/ 6858000 w 6858003"/>
              <ns1:gd name="connsiteY4-698" fmla="*/ 4926504 h 7431875"/>
              <ns1:gd name="connsiteX5-699" fmla="*/ 6858000 w 6858003"/>
              <ns1:gd name="connsiteY5-700" fmla="*/ 5070926 h 7431875"/>
              <ns1:gd name="connsiteX6-701" fmla="*/ 6858000 w 6858003"/>
              <ns1:gd name="connsiteY6-702" fmla="*/ 5153108 h 7431875"/>
              <ns1:gd name="connsiteX7-703" fmla="*/ 6858000 w 6858003"/>
              <ns1:gd name="connsiteY7-704" fmla="*/ 7431875 h 7431875"/>
              <ns1:gd name="connsiteX8-705" fmla="*/ 0 w 6858003"/>
              <ns1:gd name="connsiteY8-706" fmla="*/ 7431875 h 7431875"/>
              <ns1:gd name="connsiteX9-707" fmla="*/ 0 w 6858003"/>
              <ns1:gd name="connsiteY9-708" fmla="*/ 5153108 h 7431875"/>
              <ns1:gd name="connsiteX10-709" fmla="*/ 0 w 6858003"/>
              <ns1:gd name="connsiteY10-710" fmla="*/ 5070926 h 7431875"/>
              <ns1:gd name="connsiteX11-711" fmla="*/ 0 w 6858003"/>
              <ns1:gd name="connsiteY11-712" fmla="*/ 4926504 h 7431875"/>
              <ns1:gd name="connsiteX12-713" fmla="*/ 0 w 6858003"/>
              <ns1:gd name="connsiteY12-714" fmla="*/ 4268382 h 7431875"/>
              <ns1:gd name="connsiteX13-715" fmla="*/ 0 w 6858003"/>
              <ns1:gd name="connsiteY13-716" fmla="*/ 2792159 h 7431875"/>
              <ns1:gd name="connsiteX14-717" fmla="*/ 0 w 6858003"/>
              <ns1:gd name="connsiteY14-718" fmla="*/ 552701 h 7431875"/>
              <ns1:gd name="connsiteX15-719" fmla="*/ 6858003 w 6858003"/>
              <ns1:gd name="connsiteY15-720" fmla="*/ 0 h 7431875"/>
              <ns1:gd name="connsiteX0-721" fmla="*/ 6858003 w 6858003"/>
              <ns1:gd name="connsiteY0-722" fmla="*/ 0 h 7431875"/>
              <ns1:gd name="connsiteX1-723" fmla="*/ 6858000 w 6858003"/>
              <ns1:gd name="connsiteY1-724" fmla="*/ 2647737 h 7431875"/>
              <ns1:gd name="connsiteX2-725" fmla="*/ 6858000 w 6858003"/>
              <ns1:gd name="connsiteY2-726" fmla="*/ 2792159 h 7431875"/>
              <ns1:gd name="connsiteX3-727" fmla="*/ 6858000 w 6858003"/>
              <ns1:gd name="connsiteY3-728" fmla="*/ 3251225 h 7431875"/>
              <ns1:gd name="connsiteX4-729" fmla="*/ 6858000 w 6858003"/>
              <ns1:gd name="connsiteY4-730" fmla="*/ 4926504 h 7431875"/>
              <ns1:gd name="connsiteX5-731" fmla="*/ 6858000 w 6858003"/>
              <ns1:gd name="connsiteY5-732" fmla="*/ 5070926 h 7431875"/>
              <ns1:gd name="connsiteX6-733" fmla="*/ 6858000 w 6858003"/>
              <ns1:gd name="connsiteY6-734" fmla="*/ 5153108 h 7431875"/>
              <ns1:gd name="connsiteX7-735" fmla="*/ 6858000 w 6858003"/>
              <ns1:gd name="connsiteY7-736" fmla="*/ 7431875 h 7431875"/>
              <ns1:gd name="connsiteX8-737" fmla="*/ 0 w 6858003"/>
              <ns1:gd name="connsiteY8-738" fmla="*/ 7431875 h 7431875"/>
              <ns1:gd name="connsiteX9-739" fmla="*/ 0 w 6858003"/>
              <ns1:gd name="connsiteY9-740" fmla="*/ 5153108 h 7431875"/>
              <ns1:gd name="connsiteX10-741" fmla="*/ 0 w 6858003"/>
              <ns1:gd name="connsiteY10-742" fmla="*/ 5070926 h 7431875"/>
              <ns1:gd name="connsiteX11-743" fmla="*/ 0 w 6858003"/>
              <ns1:gd name="connsiteY11-744" fmla="*/ 4926504 h 7431875"/>
              <ns1:gd name="connsiteX12-745" fmla="*/ 0 w 6858003"/>
              <ns1:gd name="connsiteY12-746" fmla="*/ 4268382 h 7431875"/>
              <ns1:gd name="connsiteX13-747" fmla="*/ 0 w 6858003"/>
              <ns1:gd name="connsiteY13-748" fmla="*/ 552701 h 7431875"/>
              <ns1:gd name="connsiteX14-749" fmla="*/ 6858003 w 6858003"/>
              <ns1:gd name="connsiteY14-750" fmla="*/ 0 h 7431875"/>
              <ns1:gd name="connsiteX0-751" fmla="*/ 6858003 w 6858003"/>
              <ns1:gd name="connsiteY0-752" fmla="*/ 0 h 7431875"/>
              <ns1:gd name="connsiteX1-753" fmla="*/ 6858000 w 6858003"/>
              <ns1:gd name="connsiteY1-754" fmla="*/ 2647737 h 7431875"/>
              <ns1:gd name="connsiteX2-755" fmla="*/ 6858000 w 6858003"/>
              <ns1:gd name="connsiteY2-756" fmla="*/ 2792159 h 7431875"/>
              <ns1:gd name="connsiteX3-757" fmla="*/ 6858000 w 6858003"/>
              <ns1:gd name="connsiteY3-758" fmla="*/ 3251225 h 7431875"/>
              <ns1:gd name="connsiteX4-759" fmla="*/ 6858000 w 6858003"/>
              <ns1:gd name="connsiteY4-760" fmla="*/ 4926504 h 7431875"/>
              <ns1:gd name="connsiteX5-761" fmla="*/ 6858000 w 6858003"/>
              <ns1:gd name="connsiteY5-762" fmla="*/ 5070926 h 7431875"/>
              <ns1:gd name="connsiteX6-763" fmla="*/ 6858000 w 6858003"/>
              <ns1:gd name="connsiteY6-764" fmla="*/ 5153108 h 7431875"/>
              <ns1:gd name="connsiteX7-765" fmla="*/ 6858000 w 6858003"/>
              <ns1:gd name="connsiteY7-766" fmla="*/ 7431875 h 7431875"/>
              <ns1:gd name="connsiteX8-767" fmla="*/ 0 w 6858003"/>
              <ns1:gd name="connsiteY8-768" fmla="*/ 7431875 h 7431875"/>
              <ns1:gd name="connsiteX9-769" fmla="*/ 0 w 6858003"/>
              <ns1:gd name="connsiteY9-770" fmla="*/ 5153108 h 7431875"/>
              <ns1:gd name="connsiteX10-771" fmla="*/ 0 w 6858003"/>
              <ns1:gd name="connsiteY10-772" fmla="*/ 5070926 h 7431875"/>
              <ns1:gd name="connsiteX11-773" fmla="*/ 0 w 6858003"/>
              <ns1:gd name="connsiteY11-774" fmla="*/ 4926504 h 7431875"/>
              <ns1:gd name="connsiteX12-775" fmla="*/ 0 w 6858003"/>
              <ns1:gd name="connsiteY12-776" fmla="*/ 552701 h 7431875"/>
              <ns1:gd name="connsiteX13-777" fmla="*/ 6858003 w 6858003"/>
              <ns1:gd name="connsiteY13-778" fmla="*/ 0 h 7431875"/>
              <ns1:gd name="connsiteX0-779" fmla="*/ 6858003 w 6858003"/>
              <ns1:gd name="connsiteY0-780" fmla="*/ 0 h 7431875"/>
              <ns1:gd name="connsiteX1-781" fmla="*/ 6858000 w 6858003"/>
              <ns1:gd name="connsiteY1-782" fmla="*/ 2647737 h 7431875"/>
              <ns1:gd name="connsiteX2-783" fmla="*/ 6858000 w 6858003"/>
              <ns1:gd name="connsiteY2-784" fmla="*/ 2792159 h 7431875"/>
              <ns1:gd name="connsiteX3-785" fmla="*/ 6858000 w 6858003"/>
              <ns1:gd name="connsiteY3-786" fmla="*/ 3251225 h 7431875"/>
              <ns1:gd name="connsiteX4-787" fmla="*/ 6858000 w 6858003"/>
              <ns1:gd name="connsiteY4-788" fmla="*/ 4926504 h 7431875"/>
              <ns1:gd name="connsiteX5-789" fmla="*/ 6858000 w 6858003"/>
              <ns1:gd name="connsiteY5-790" fmla="*/ 5070926 h 7431875"/>
              <ns1:gd name="connsiteX6-791" fmla="*/ 6858000 w 6858003"/>
              <ns1:gd name="connsiteY6-792" fmla="*/ 5153108 h 7431875"/>
              <ns1:gd name="connsiteX7-793" fmla="*/ 6858000 w 6858003"/>
              <ns1:gd name="connsiteY7-794" fmla="*/ 7431875 h 7431875"/>
              <ns1:gd name="connsiteX8-795" fmla="*/ 0 w 6858003"/>
              <ns1:gd name="connsiteY8-796" fmla="*/ 7431875 h 7431875"/>
              <ns1:gd name="connsiteX9-797" fmla="*/ 0 w 6858003"/>
              <ns1:gd name="connsiteY9-798" fmla="*/ 5153108 h 7431875"/>
              <ns1:gd name="connsiteX10-799" fmla="*/ 0 w 6858003"/>
              <ns1:gd name="connsiteY10-800" fmla="*/ 5070926 h 7431875"/>
              <ns1:gd name="connsiteX11-801" fmla="*/ 0 w 6858003"/>
              <ns1:gd name="connsiteY11-802" fmla="*/ 552701 h 7431875"/>
              <ns1:gd name="connsiteX12-803" fmla="*/ 6858003 w 6858003"/>
              <ns1:gd name="connsiteY12-804" fmla="*/ 0 h 7431875"/>
              <ns1:gd name="connsiteX0-805" fmla="*/ 6858003 w 6858003"/>
              <ns1:gd name="connsiteY0-806" fmla="*/ 0 h 7431875"/>
              <ns1:gd name="connsiteX1-807" fmla="*/ 6858000 w 6858003"/>
              <ns1:gd name="connsiteY1-808" fmla="*/ 2647737 h 7431875"/>
              <ns1:gd name="connsiteX2-809" fmla="*/ 6858000 w 6858003"/>
              <ns1:gd name="connsiteY2-810" fmla="*/ 2792159 h 7431875"/>
              <ns1:gd name="connsiteX3-811" fmla="*/ 6858000 w 6858003"/>
              <ns1:gd name="connsiteY3-812" fmla="*/ 3251225 h 7431875"/>
              <ns1:gd name="connsiteX4-813" fmla="*/ 6858000 w 6858003"/>
              <ns1:gd name="connsiteY4-814" fmla="*/ 4926504 h 7431875"/>
              <ns1:gd name="connsiteX5-815" fmla="*/ 6858000 w 6858003"/>
              <ns1:gd name="connsiteY5-816" fmla="*/ 5070926 h 7431875"/>
              <ns1:gd name="connsiteX6-817" fmla="*/ 6858000 w 6858003"/>
              <ns1:gd name="connsiteY6-818" fmla="*/ 5153108 h 7431875"/>
              <ns1:gd name="connsiteX7-819" fmla="*/ 6858000 w 6858003"/>
              <ns1:gd name="connsiteY7-820" fmla="*/ 7431875 h 7431875"/>
              <ns1:gd name="connsiteX8-821" fmla="*/ 0 w 6858003"/>
              <ns1:gd name="connsiteY8-822" fmla="*/ 7431875 h 7431875"/>
              <ns1:gd name="connsiteX9-823" fmla="*/ 0 w 6858003"/>
              <ns1:gd name="connsiteY9-824" fmla="*/ 5153108 h 7431875"/>
              <ns1:gd name="connsiteX10-825" fmla="*/ 0 w 6858003"/>
              <ns1:gd name="connsiteY10-826" fmla="*/ 552701 h 7431875"/>
              <ns1:gd name="connsiteX11-827" fmla="*/ 6858003 w 6858003"/>
              <ns1:gd name="connsiteY11-828" fmla="*/ 0 h 7431875"/>
              <ns1:gd name="connsiteX0-829" fmla="*/ 6858003 w 6858003"/>
              <ns1:gd name="connsiteY0-830" fmla="*/ 0 h 7431875"/>
              <ns1:gd name="connsiteX1-831" fmla="*/ 6858000 w 6858003"/>
              <ns1:gd name="connsiteY1-832" fmla="*/ 2647737 h 7431875"/>
              <ns1:gd name="connsiteX2-833" fmla="*/ 6858000 w 6858003"/>
              <ns1:gd name="connsiteY2-834" fmla="*/ 2792159 h 7431875"/>
              <ns1:gd name="connsiteX3-835" fmla="*/ 6858000 w 6858003"/>
              <ns1:gd name="connsiteY3-836" fmla="*/ 3251225 h 7431875"/>
              <ns1:gd name="connsiteX4-837" fmla="*/ 6858000 w 6858003"/>
              <ns1:gd name="connsiteY4-838" fmla="*/ 4926504 h 7431875"/>
              <ns1:gd name="connsiteX5-839" fmla="*/ 6858000 w 6858003"/>
              <ns1:gd name="connsiteY5-840" fmla="*/ 5070926 h 7431875"/>
              <ns1:gd name="connsiteX6-841" fmla="*/ 6858000 w 6858003"/>
              <ns1:gd name="connsiteY6-842" fmla="*/ 5153108 h 7431875"/>
              <ns1:gd name="connsiteX7-843" fmla="*/ 6858000 w 6858003"/>
              <ns1:gd name="connsiteY7-844" fmla="*/ 7431875 h 7431875"/>
              <ns1:gd name="connsiteX8-845" fmla="*/ 0 w 6858003"/>
              <ns1:gd name="connsiteY8-846" fmla="*/ 7431875 h 7431875"/>
              <ns1:gd name="connsiteX9-847" fmla="*/ 0 w 6858003"/>
              <ns1:gd name="connsiteY9-848" fmla="*/ 552701 h 7431875"/>
              <ns1:gd name="connsiteX10-849" fmla="*/ 6858003 w 6858003"/>
              <ns1:gd name="connsiteY10-850" fmla="*/ 0 h 7431875"/>
              <ns1:gd name="connsiteX0-851" fmla="*/ 6858003 w 6858003"/>
              <ns1:gd name="connsiteY0-852" fmla="*/ 0 h 7431875"/>
              <ns1:gd name="connsiteX1-853" fmla="*/ 6858000 w 6858003"/>
              <ns1:gd name="connsiteY1-854" fmla="*/ 2647737 h 7431875"/>
              <ns1:gd name="connsiteX2-855" fmla="*/ 6858000 w 6858003"/>
              <ns1:gd name="connsiteY2-856" fmla="*/ 2792159 h 7431875"/>
              <ns1:gd name="connsiteX3-857" fmla="*/ 6858000 w 6858003"/>
              <ns1:gd name="connsiteY3-858" fmla="*/ 3251225 h 7431875"/>
              <ns1:gd name="connsiteX4-859" fmla="*/ 6858000 w 6858003"/>
              <ns1:gd name="connsiteY4-860" fmla="*/ 4926504 h 7431875"/>
              <ns1:gd name="connsiteX5-861" fmla="*/ 6858000 w 6858003"/>
              <ns1:gd name="connsiteY5-862" fmla="*/ 5070926 h 7431875"/>
              <ns1:gd name="connsiteX6-863" fmla="*/ 6858000 w 6858003"/>
              <ns1:gd name="connsiteY6-864" fmla="*/ 7431875 h 7431875"/>
              <ns1:gd name="connsiteX7-865" fmla="*/ 0 w 6858003"/>
              <ns1:gd name="connsiteY7-866" fmla="*/ 7431875 h 7431875"/>
              <ns1:gd name="connsiteX8-867" fmla="*/ 0 w 6858003"/>
              <ns1:gd name="connsiteY8-868" fmla="*/ 552701 h 7431875"/>
              <ns1:gd name="connsiteX9-869" fmla="*/ 6858003 w 6858003"/>
              <ns1:gd name="connsiteY9-870" fmla="*/ 0 h 7431875"/>
              <ns1:gd name="connsiteX0-871" fmla="*/ 6858003 w 6858003"/>
              <ns1:gd name="connsiteY0-872" fmla="*/ 0 h 7431875"/>
              <ns1:gd name="connsiteX1-873" fmla="*/ 6858000 w 6858003"/>
              <ns1:gd name="connsiteY1-874" fmla="*/ 2647737 h 7431875"/>
              <ns1:gd name="connsiteX2-875" fmla="*/ 6858000 w 6858003"/>
              <ns1:gd name="connsiteY2-876" fmla="*/ 2792159 h 7431875"/>
              <ns1:gd name="connsiteX3-877" fmla="*/ 6858000 w 6858003"/>
              <ns1:gd name="connsiteY3-878" fmla="*/ 3251225 h 7431875"/>
              <ns1:gd name="connsiteX4-879" fmla="*/ 6858000 w 6858003"/>
              <ns1:gd name="connsiteY4-880" fmla="*/ 4926504 h 7431875"/>
              <ns1:gd name="connsiteX5-881" fmla="*/ 6858000 w 6858003"/>
              <ns1:gd name="connsiteY5-882" fmla="*/ 7431875 h 7431875"/>
              <ns1:gd name="connsiteX6-883" fmla="*/ 0 w 6858003"/>
              <ns1:gd name="connsiteY6-884" fmla="*/ 7431875 h 7431875"/>
              <ns1:gd name="connsiteX7-885" fmla="*/ 0 w 6858003"/>
              <ns1:gd name="connsiteY7-886" fmla="*/ 552701 h 7431875"/>
              <ns1:gd name="connsiteX8-887" fmla="*/ 6858003 w 6858003"/>
              <ns1:gd name="connsiteY8-888" fmla="*/ 0 h 7431875"/>
              <ns1:gd name="connsiteX0-889" fmla="*/ 6858003 w 6858003"/>
              <ns1:gd name="connsiteY0-890" fmla="*/ 0 h 7431875"/>
              <ns1:gd name="connsiteX1-891" fmla="*/ 6858000 w 6858003"/>
              <ns1:gd name="connsiteY1-892" fmla="*/ 2647737 h 7431875"/>
              <ns1:gd name="connsiteX2-893" fmla="*/ 6858000 w 6858003"/>
              <ns1:gd name="connsiteY2-894" fmla="*/ 2792159 h 7431875"/>
              <ns1:gd name="connsiteX3-895" fmla="*/ 6858000 w 6858003"/>
              <ns1:gd name="connsiteY3-896" fmla="*/ 3251225 h 7431875"/>
              <ns1:gd name="connsiteX4-897" fmla="*/ 6858000 w 6858003"/>
              <ns1:gd name="connsiteY4-898" fmla="*/ 7431875 h 7431875"/>
              <ns1:gd name="connsiteX5-899" fmla="*/ 0 w 6858003"/>
              <ns1:gd name="connsiteY5-900" fmla="*/ 7431875 h 7431875"/>
              <ns1:gd name="connsiteX6-901" fmla="*/ 0 w 6858003"/>
              <ns1:gd name="connsiteY6-902" fmla="*/ 552701 h 7431875"/>
              <ns1:gd name="connsiteX7-903" fmla="*/ 6858003 w 6858003"/>
              <ns1:gd name="connsiteY7-904" fmla="*/ 0 h 7431875"/>
              <ns1:gd name="connsiteX0-905" fmla="*/ 6858003 w 6858003"/>
              <ns1:gd name="connsiteY0-906" fmla="*/ 0 h 7431875"/>
              <ns1:gd name="connsiteX1-907" fmla="*/ 6858000 w 6858003"/>
              <ns1:gd name="connsiteY1-908" fmla="*/ 2647737 h 7431875"/>
              <ns1:gd name="connsiteX2-909" fmla="*/ 6858000 w 6858003"/>
              <ns1:gd name="connsiteY2-910" fmla="*/ 2792159 h 7431875"/>
              <ns1:gd name="connsiteX3-911" fmla="*/ 6858000 w 6858003"/>
              <ns1:gd name="connsiteY3-912" fmla="*/ 7431875 h 7431875"/>
              <ns1:gd name="connsiteX4-913" fmla="*/ 0 w 6858003"/>
              <ns1:gd name="connsiteY4-914" fmla="*/ 7431875 h 7431875"/>
              <ns1:gd name="connsiteX5-915" fmla="*/ 0 w 6858003"/>
              <ns1:gd name="connsiteY5-916" fmla="*/ 552701 h 7431875"/>
              <ns1:gd name="connsiteX6-917" fmla="*/ 6858003 w 6858003"/>
              <ns1:gd name="connsiteY6-918" fmla="*/ 0 h 7431875"/>
              <ns1:gd name="connsiteX0-919" fmla="*/ 6858003 w 6858003"/>
              <ns1:gd name="connsiteY0-920" fmla="*/ 0 h 7431875"/>
              <ns1:gd name="connsiteX1-921" fmla="*/ 6858000 w 6858003"/>
              <ns1:gd name="connsiteY1-922" fmla="*/ 2647737 h 7431875"/>
              <ns1:gd name="connsiteX2-923" fmla="*/ 6858000 w 6858003"/>
              <ns1:gd name="connsiteY2-924" fmla="*/ 7431875 h 7431875"/>
              <ns1:gd name="connsiteX3-925" fmla="*/ 0 w 6858003"/>
              <ns1:gd name="connsiteY3-926" fmla="*/ 7431875 h 7431875"/>
              <ns1:gd name="connsiteX4-927" fmla="*/ 0 w 6858003"/>
              <ns1:gd name="connsiteY4-928" fmla="*/ 552701 h 7431875"/>
              <ns1:gd name="connsiteX5-929" fmla="*/ 6858003 w 6858003"/>
              <ns1:gd name="connsiteY5-930" fmla="*/ 0 h 7431875"/>
              <ns1:gd name="connsiteX0-931" fmla="*/ 6872517 w 6872517"/>
              <ns1:gd name="connsiteY0-932" fmla="*/ 42385 h 6879174"/>
              <ns1:gd name="connsiteX1-933" fmla="*/ 6858000 w 6872517"/>
              <ns1:gd name="connsiteY1-934" fmla="*/ 2095036 h 6879174"/>
              <ns1:gd name="connsiteX2-935" fmla="*/ 6858000 w 6872517"/>
              <ns1:gd name="connsiteY2-936" fmla="*/ 6879174 h 6879174"/>
              <ns1:gd name="connsiteX3-937" fmla="*/ 0 w 6872517"/>
              <ns1:gd name="connsiteY3-938" fmla="*/ 6879174 h 6879174"/>
              <ns1:gd name="connsiteX4-939" fmla="*/ 0 w 6872517"/>
              <ns1:gd name="connsiteY4-940" fmla="*/ 0 h 6879174"/>
              <ns1:gd name="connsiteX5-941" fmla="*/ 6872517 w 6872517"/>
              <ns1:gd name="connsiteY5-942" fmla="*/ 42385 h 6879174"/>
              <ns1:gd name="connsiteX0-943" fmla="*/ 6872520 w 6872520"/>
              <ns1:gd name="connsiteY0-944" fmla="*/ 0 h 6880332"/>
              <ns1:gd name="connsiteX1-945" fmla="*/ 6858000 w 6872520"/>
              <ns1:gd name="connsiteY1-946" fmla="*/ 2096194 h 6880332"/>
              <ns1:gd name="connsiteX2-947" fmla="*/ 6858000 w 6872520"/>
              <ns1:gd name="connsiteY2-948" fmla="*/ 6880332 h 6880332"/>
              <ns1:gd name="connsiteX3-949" fmla="*/ 0 w 6872520"/>
              <ns1:gd name="connsiteY3-950" fmla="*/ 6880332 h 6880332"/>
              <ns1:gd name="connsiteX4-951" fmla="*/ 0 w 6872520"/>
              <ns1:gd name="connsiteY4-952" fmla="*/ 1158 h 6880332"/>
              <ns1:gd name="connsiteX5-953" fmla="*/ 6872520 w 6872520"/>
              <ns1:gd name="connsiteY5-954" fmla="*/ 0 h 6880332"/>
              <ns1:gd name="connsiteX0-955" fmla="*/ 6872520 w 6872520"/>
              <ns1:gd name="connsiteY0-956" fmla="*/ 0 h 6880332"/>
              <ns1:gd name="connsiteX1-957" fmla="*/ 6858000 w 6872520"/>
              <ns1:gd name="connsiteY1-958" fmla="*/ 2096194 h 6880332"/>
              <ns1:gd name="connsiteX2-959" fmla="*/ 6858000 w 6872520"/>
              <ns1:gd name="connsiteY2-960" fmla="*/ 6880332 h 6880332"/>
              <ns1:gd name="connsiteX3-961" fmla="*/ 0 w 6872520"/>
              <ns1:gd name="connsiteY3-962" fmla="*/ 6880332 h 6880332"/>
              <ns1:gd name="connsiteX4-963" fmla="*/ 0 w 6872520"/>
              <ns1:gd name="connsiteY4-964" fmla="*/ 1158 h 6880332"/>
              <ns1:gd name="connsiteX5-965" fmla="*/ 6872520 w 6872520"/>
              <ns1:gd name="connsiteY5-966" fmla="*/ 0 h 6880332"/>
              <ns1:gd name="connsiteX0-967" fmla="*/ 6843491 w 6858000"/>
              <ns1:gd name="connsiteY0-968" fmla="*/ 202042 h 6879174"/>
              <ns1:gd name="connsiteX1-969" fmla="*/ 6858000 w 6858000"/>
              <ns1:gd name="connsiteY1-970" fmla="*/ 2095036 h 6879174"/>
              <ns1:gd name="connsiteX2-971" fmla="*/ 6858000 w 6858000"/>
              <ns1:gd name="connsiteY2-972" fmla="*/ 6879174 h 6879174"/>
              <ns1:gd name="connsiteX3-973" fmla="*/ 0 w 6858000"/>
              <ns1:gd name="connsiteY3-974" fmla="*/ 6879174 h 6879174"/>
              <ns1:gd name="connsiteX4-975" fmla="*/ 0 w 6858000"/>
              <ns1:gd name="connsiteY4-976" fmla="*/ 0 h 6879174"/>
              <ns1:gd name="connsiteX5-977" fmla="*/ 6843491 w 6858000"/>
              <ns1:gd name="connsiteY5-978" fmla="*/ 202042 h 6879174"/>
              <ns1:gd name="connsiteX0-979" fmla="*/ 6843491 w 6858000"/>
              <ns1:gd name="connsiteY0-980" fmla="*/ 202042 h 6879174"/>
              <ns1:gd name="connsiteX1-981" fmla="*/ 6858000 w 6858000"/>
              <ns1:gd name="connsiteY1-982" fmla="*/ 2095036 h 6879174"/>
              <ns1:gd name="connsiteX2-983" fmla="*/ 6858000 w 6858000"/>
              <ns1:gd name="connsiteY2-984" fmla="*/ 6879174 h 6879174"/>
              <ns1:gd name="connsiteX3-985" fmla="*/ 0 w 6858000"/>
              <ns1:gd name="connsiteY3-986" fmla="*/ 6879174 h 6879174"/>
              <ns1:gd name="connsiteX4-987" fmla="*/ 0 w 6858000"/>
              <ns1:gd name="connsiteY4-988" fmla="*/ 0 h 6879174"/>
              <ns1:gd name="connsiteX5-989" fmla="*/ 6843491 w 6858000"/>
              <ns1:gd name="connsiteY5-990" fmla="*/ 202042 h 6879174"/>
              <ns1:gd name="connsiteX0-991" fmla="*/ 6843491 w 6858000"/>
              <ns1:gd name="connsiteY0-992" fmla="*/ 202042 h 6879174"/>
              <ns1:gd name="connsiteX1-993" fmla="*/ 6858000 w 6858000"/>
              <ns1:gd name="connsiteY1-994" fmla="*/ 2095036 h 6879174"/>
              <ns1:gd name="connsiteX2-995" fmla="*/ 6858000 w 6858000"/>
              <ns1:gd name="connsiteY2-996" fmla="*/ 6879174 h 6879174"/>
              <ns1:gd name="connsiteX3-997" fmla="*/ 0 w 6858000"/>
              <ns1:gd name="connsiteY3-998" fmla="*/ 6879174 h 6879174"/>
              <ns1:gd name="connsiteX4-999" fmla="*/ 0 w 6858000"/>
              <ns1:gd name="connsiteY4-1000" fmla="*/ 0 h 6879174"/>
              <ns1:gd name="connsiteX5-1001" fmla="*/ 6843491 w 6858000"/>
              <ns1:gd name="connsiteY5-1002" fmla="*/ 202042 h 6879174"/>
              <ns1:gd name="connsiteX0-1003" fmla="*/ 6856191 w 6858000"/>
              <ns1:gd name="connsiteY0-1004" fmla="*/ 214742 h 6879174"/>
              <ns1:gd name="connsiteX1-1005" fmla="*/ 6858000 w 6858000"/>
              <ns1:gd name="connsiteY1-1006" fmla="*/ 2095036 h 6879174"/>
              <ns1:gd name="connsiteX2-1007" fmla="*/ 6858000 w 6858000"/>
              <ns1:gd name="connsiteY2-1008" fmla="*/ 6879174 h 6879174"/>
              <ns1:gd name="connsiteX3-1009" fmla="*/ 0 w 6858000"/>
              <ns1:gd name="connsiteY3-1010" fmla="*/ 6879174 h 6879174"/>
              <ns1:gd name="connsiteX4-1011" fmla="*/ 0 w 6858000"/>
              <ns1:gd name="connsiteY4-1012" fmla="*/ 0 h 6879174"/>
              <ns1:gd name="connsiteX5-1013" fmla="*/ 6856191 w 6858000"/>
              <ns1:gd name="connsiteY5-1014" fmla="*/ 214742 h 6879174"/>
              <ns1:gd name="connsiteX0-1015" fmla="*/ 6856191 w 6858000"/>
              <ns1:gd name="connsiteY0-1016" fmla="*/ 209979 h 6879174"/>
              <ns1:gd name="connsiteX1-1017" fmla="*/ 6858000 w 6858000"/>
              <ns1:gd name="connsiteY1-1018" fmla="*/ 2095036 h 6879174"/>
              <ns1:gd name="connsiteX2-1019" fmla="*/ 6858000 w 6858000"/>
              <ns1:gd name="connsiteY2-1020" fmla="*/ 6879174 h 6879174"/>
              <ns1:gd name="connsiteX3-1021" fmla="*/ 0 w 6858000"/>
              <ns1:gd name="connsiteY3-1022" fmla="*/ 6879174 h 6879174"/>
              <ns1:gd name="connsiteX4-1023" fmla="*/ 0 w 6858000"/>
              <ns1:gd name="connsiteY4-1024" fmla="*/ 0 h 6879174"/>
              <ns1:gd name="connsiteX5-1025" fmla="*/ 6856191 w 6858000"/>
              <ns1:gd name="connsiteY5-1026" fmla="*/ 209979 h 6879174"/>
              <ns1:gd name="connsiteX0-1027" fmla="*/ 6868891 w 6868891"/>
              <ns1:gd name="connsiteY0-1028" fmla="*/ 197279 h 6879174"/>
              <ns1:gd name="connsiteX1-1029" fmla="*/ 6858000 w 6868891"/>
              <ns1:gd name="connsiteY1-1030" fmla="*/ 2095036 h 6879174"/>
              <ns1:gd name="connsiteX2-1031" fmla="*/ 6858000 w 6868891"/>
              <ns1:gd name="connsiteY2-1032" fmla="*/ 6879174 h 6879174"/>
              <ns1:gd name="connsiteX3-1033" fmla="*/ 0 w 6868891"/>
              <ns1:gd name="connsiteY3-1034" fmla="*/ 6879174 h 6879174"/>
              <ns1:gd name="connsiteX4-1035" fmla="*/ 0 w 6868891"/>
              <ns1:gd name="connsiteY4-1036" fmla="*/ 0 h 6879174"/>
              <ns1:gd name="connsiteX5-1037" fmla="*/ 6868891 w 6868891"/>
              <ns1:gd name="connsiteY5-1038" fmla="*/ 197279 h 6879174"/>
              <ns1:gd name="connsiteX0-1039" fmla="*/ 6868891 w 7721392"/>
              <ns1:gd name="connsiteY0-1040" fmla="*/ 197279 h 6879174"/>
              <ns1:gd name="connsiteX1-1041" fmla="*/ 6858000 w 7721392"/>
              <ns1:gd name="connsiteY1-1042" fmla="*/ 6879174 h 6879174"/>
              <ns1:gd name="connsiteX2-1043" fmla="*/ 0 w 7721392"/>
              <ns1:gd name="connsiteY2-1044" fmla="*/ 6879174 h 6879174"/>
              <ns1:gd name="connsiteX3-1045" fmla="*/ 0 w 7721392"/>
              <ns1:gd name="connsiteY3-1046" fmla="*/ 0 h 6879174"/>
              <ns1:gd name="connsiteX4-1047" fmla="*/ 6868891 w 7721392"/>
              <ns1:gd name="connsiteY4-1048" fmla="*/ 197279 h 6879174"/>
              <ns1:gd name="connsiteX0-1049" fmla="*/ 6868891 w 7373946"/>
              <ns1:gd name="connsiteY0-1050" fmla="*/ 197279 h 6879174"/>
              <ns1:gd name="connsiteX1-1051" fmla="*/ 6858000 w 7373946"/>
              <ns1:gd name="connsiteY1-1052" fmla="*/ 6879174 h 6879174"/>
              <ns1:gd name="connsiteX2-1053" fmla="*/ 0 w 7373946"/>
              <ns1:gd name="connsiteY2-1054" fmla="*/ 6879174 h 6879174"/>
              <ns1:gd name="connsiteX3-1055" fmla="*/ 0 w 7373946"/>
              <ns1:gd name="connsiteY3-1056" fmla="*/ 0 h 6879174"/>
              <ns1:gd name="connsiteX4-1057" fmla="*/ 6868891 w 7373946"/>
              <ns1:gd name="connsiteY4-1058" fmla="*/ 197279 h 6879174"/>
              <ns1:gd name="connsiteX0-1059" fmla="*/ 6868891 w 8182025"/>
              <ns1:gd name="connsiteY0-1060" fmla="*/ 197279 h 6879174"/>
              <ns1:gd name="connsiteX1-1061" fmla="*/ 6858000 w 8182025"/>
              <ns1:gd name="connsiteY1-1062" fmla="*/ 6879174 h 6879174"/>
              <ns1:gd name="connsiteX2-1063" fmla="*/ 0 w 8182025"/>
              <ns1:gd name="connsiteY2-1064" fmla="*/ 6879174 h 6879174"/>
              <ns1:gd name="connsiteX3-1065" fmla="*/ 0 w 8182025"/>
              <ns1:gd name="connsiteY3-1066" fmla="*/ 0 h 6879174"/>
              <ns1:gd name="connsiteX4-1067" fmla="*/ 6868891 w 8182025"/>
              <ns1:gd name="connsiteY4-1068" fmla="*/ 197279 h 6879174"/>
              <ns1:gd name="connsiteX0-1069" fmla="*/ 6868891 w 8182025"/>
              <ns1:gd name="connsiteY0-1070" fmla="*/ 197279 h 6879174"/>
              <ns1:gd name="connsiteX1-1071" fmla="*/ 6858000 w 8182025"/>
              <ns1:gd name="connsiteY1-1072" fmla="*/ 6879174 h 6879174"/>
              <ns1:gd name="connsiteX2-1073" fmla="*/ 0 w 8182025"/>
              <ns1:gd name="connsiteY2-1074" fmla="*/ 6879174 h 6879174"/>
              <ns1:gd name="connsiteX3-1075" fmla="*/ 0 w 8182025"/>
              <ns1:gd name="connsiteY3-1076" fmla="*/ 0 h 6879174"/>
              <ns1:gd name="connsiteX4-1077" fmla="*/ 6868891 w 8182025"/>
              <ns1:gd name="connsiteY4-1078" fmla="*/ 197279 h 6879174"/>
              <ns1:gd name="connsiteX0-1079" fmla="*/ 6868891 w 8182025"/>
              <ns1:gd name="connsiteY0-1080" fmla="*/ 197279 h 6879174"/>
              <ns1:gd name="connsiteX1-1081" fmla="*/ 6858000 w 8182025"/>
              <ns1:gd name="connsiteY1-1082" fmla="*/ 6879174 h 6879174"/>
              <ns1:gd name="connsiteX2-1083" fmla="*/ 0 w 8182025"/>
              <ns1:gd name="connsiteY2-1084" fmla="*/ 6879174 h 6879174"/>
              <ns1:gd name="connsiteX3-1085" fmla="*/ 0 w 8182025"/>
              <ns1:gd name="connsiteY3-1086" fmla="*/ 0 h 6879174"/>
              <ns1:gd name="connsiteX4-1087" fmla="*/ 6868891 w 8182025"/>
              <ns1:gd name="connsiteY4-1088" fmla="*/ 197279 h 6879174"/>
              <ns1:gd name="connsiteX0-1089" fmla="*/ 6868891 w 8182025"/>
              <ns1:gd name="connsiteY0-1090" fmla="*/ 197279 h 6879174"/>
              <ns1:gd name="connsiteX1-1091" fmla="*/ 6858000 w 8182025"/>
              <ns1:gd name="connsiteY1-1092" fmla="*/ 6879174 h 6879174"/>
              <ns1:gd name="connsiteX2-1093" fmla="*/ 0 w 8182025"/>
              <ns1:gd name="connsiteY2-1094" fmla="*/ 6879174 h 6879174"/>
              <ns1:gd name="connsiteX3-1095" fmla="*/ 0 w 8182025"/>
              <ns1:gd name="connsiteY3-1096" fmla="*/ 0 h 6879174"/>
              <ns1:gd name="connsiteX4-1097" fmla="*/ 6868891 w 8182025"/>
              <ns1:gd name="connsiteY4-1098" fmla="*/ 197279 h 6879174"/>
              <ns1:gd name="connsiteX0-1099" fmla="*/ 6868891 w 7374082"/>
              <ns1:gd name="connsiteY0-1100" fmla="*/ 197279 h 7217839"/>
              <ns1:gd name="connsiteX1-1101" fmla="*/ 6858000 w 7374082"/>
              <ns1:gd name="connsiteY1-1102" fmla="*/ 6879174 h 7217839"/>
              <ns1:gd name="connsiteX2-1103" fmla="*/ 0 w 7374082"/>
              <ns1:gd name="connsiteY2-1104" fmla="*/ 6879174 h 7217839"/>
              <ns1:gd name="connsiteX3-1105" fmla="*/ 0 w 7374082"/>
              <ns1:gd name="connsiteY3-1106" fmla="*/ 0 h 7217839"/>
              <ns1:gd name="connsiteX4-1107" fmla="*/ 6868891 w 7374082"/>
              <ns1:gd name="connsiteY4-1108" fmla="*/ 197279 h 7217839"/>
              <ns1:gd name="connsiteX0-1109" fmla="*/ 6868891 w 7513044"/>
              <ns1:gd name="connsiteY0-1110" fmla="*/ 197279 h 6879174"/>
              <ns1:gd name="connsiteX1-1111" fmla="*/ 6858000 w 7513044"/>
              <ns1:gd name="connsiteY1-1112" fmla="*/ 6879174 h 6879174"/>
              <ns1:gd name="connsiteX2-1113" fmla="*/ 0 w 7513044"/>
              <ns1:gd name="connsiteY2-1114" fmla="*/ 6879174 h 6879174"/>
              <ns1:gd name="connsiteX3-1115" fmla="*/ 0 w 7513044"/>
              <ns1:gd name="connsiteY3-1116" fmla="*/ 0 h 6879174"/>
              <ns1:gd name="connsiteX4-1117" fmla="*/ 6868891 w 7513044"/>
              <ns1:gd name="connsiteY4-1118" fmla="*/ 197279 h 6879174"/>
              <ns1:gd name="connsiteX0-1119" fmla="*/ 6868891 w 7374082"/>
              <ns1:gd name="connsiteY0-1120" fmla="*/ 197279 h 6879174"/>
              <ns1:gd name="connsiteX1-1121" fmla="*/ 6858000 w 7374082"/>
              <ns1:gd name="connsiteY1-1122" fmla="*/ 6879174 h 6879174"/>
              <ns1:gd name="connsiteX2-1123" fmla="*/ 0 w 7374082"/>
              <ns1:gd name="connsiteY2-1124" fmla="*/ 6879174 h 6879174"/>
              <ns1:gd name="connsiteX3-1125" fmla="*/ 0 w 7374082"/>
              <ns1:gd name="connsiteY3-1126" fmla="*/ 0 h 6879174"/>
              <ns1:gd name="connsiteX4-1127" fmla="*/ 6868891 w 7374082"/>
              <ns1:gd name="connsiteY4-1128" fmla="*/ 197279 h 6879174"/>
              <ns1:gd name="connsiteX0-1129" fmla="*/ 6868891 w 6868891"/>
              <ns1:gd name="connsiteY0-1130" fmla="*/ 197279 h 6879174"/>
              <ns1:gd name="connsiteX1-1131" fmla="*/ 6858000 w 6868891"/>
              <ns1:gd name="connsiteY1-1132" fmla="*/ 6879174 h 6879174"/>
              <ns1:gd name="connsiteX2-1133" fmla="*/ 0 w 6868891"/>
              <ns1:gd name="connsiteY2-1134" fmla="*/ 6879174 h 6879174"/>
              <ns1:gd name="connsiteX3-1135" fmla="*/ 0 w 6868891"/>
              <ns1:gd name="connsiteY3-1136" fmla="*/ 0 h 6879174"/>
              <ns1:gd name="connsiteX4-1137" fmla="*/ 6868891 w 6868891"/>
              <ns1:gd name="connsiteY4-1138" fmla="*/ 197279 h 6879174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  <ns1:cxn ang="0">
                <ns1:pos x="connsiteX3-7" y="connsiteY3-8"/>
              </ns1:cxn>
              <ns1:cxn ang="0">
                <ns1:pos x="connsiteX4-9" y="connsiteY4-10"/>
              </ns1:cxn>
            </ns1:cxnLst>
            <ns1:rect l="l" t="t" r="r" b="b"/>
            <ns1:pathLst>
              <ns1:path w="6868891" h="6879174">
                <ns1:moveTo>
                  <ns1:pt x="6868891" y="197279"/>
                </ns1:moveTo>
                <ns1:cubicBezTo>
                  <ns1:pt x="6865263" y="1808265"/>
                  <ns1:pt x="6858000" y="6879174"/>
                  <ns1:pt x="6858000" y="6879174"/>
                </ns1:cubicBezTo>
                <ns1:lnTo>
                  <ns1:pt x="0" y="6879174"/>
                </ns1:lnTo>
                <ns1:lnTo>
                  <ns1:pt x="0" y="0"/>
                </ns1:lnTo>
                <ns1:cubicBezTo>
                  <ns1:pt x="2329546" y="1257529"/>
                  <ns1:pt x="4524837" y="1741029"/>
                  <ns1:pt x="6868891" y="197279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noAutofit/>
          </ns1:bodyPr>
          <ns1:lstStyle/>
          <ns1:p>
            <ns1:pPr algn="ctr"/>
            <ns1:endParaRPr lang="zh-CN" altLang="en-US" sz="135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72" name="矩形 71"/>
          <ns0:cNvSpPr/>
          <ns0:nvPr/>
        </ns0:nvSpPr>
        <ns0:spPr>
          <ns1:xfrm>
            <ns1:off x="4540271" y="224643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6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73" name="矩形 72"/>
          <ns0:cNvSpPr/>
          <ns0:nvPr/>
        </ns0:nvSpPr>
        <ns0:spPr>
          <ns1:xfrm>
            <ns1:off x="4887372" y="2209026"/>
            <ns1:ext cx="361132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管理员功能简介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74" name="矩形 73"/>
          <ns0:cNvSpPr/>
          <ns0:nvPr/>
        </ns0:nvSpPr>
        <ns0:spPr>
          <ns1:xfrm>
            <ns1:off x="4540271" y="2627717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1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75" name="矩形 74"/>
          <ns0:cNvSpPr/>
          <ns0:nvPr/>
        </ns0:nvSpPr>
        <ns0:spPr>
          <ns1:xfrm>
            <ns1:off x="4887372" y="259709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4" name="文本框 23"/>
          <ns0:cNvSpPr txBox="1"/>
          <ns0:nvPr/>
        </ns0:nvSpPr>
        <ns0:spPr>
          <ns1:xfrm>
            <ns1:off x="4444553" y="1142128"/>
            <ns1:ext cx="2885886" cy="923330"/>
          </ns1:xfrm>
          <ns1:prstGeom prst="rect">
            <ns1:avLst/>
          </ns1:prstGeom>
          <ns1:solidFill>
            <ns1:schemeClr val="bg1">
              <ns1:alpha val="0"/>
            </ns1:schemeClr>
          </ns1:solidFill>
        </ns0:spPr>
        <ns0:txBody>
          <ns1:bodyPr wrap="square">
            <ns1:spAutoFit/>
          </ns1:bodyPr>
          <ns1:lstStyle>
            <ns1:lvl1pPr eaLnBrk="0" hangingPunct="0">
              <ns1:defRPr sz="2800" b="1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j-cs"/>
              </ns1:defRPr>
            </ns1:lvl1pPr>
            <ns1:lvl2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2pPr>
            <ns1:lvl3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3pPr>
            <ns1:lvl4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4pPr>
            <ns1:lvl5pPr algn="r" eaLnBrk="0" hangingPunct="0">
              <ns1:defRPr sz="2000" b="1">
                <ns1:solidFill>
                  <ns1:srgbClr val="40404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defRPr>
            </ns1:lvl5pPr>
            <ns1:lvl6pPr marL="4572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6pPr>
            <ns1:lvl7pPr marL="9144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7pPr>
            <ns1:lvl8pPr marL="13716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8pPr>
            <ns1:lvl9pPr marL="1828800" algn="r" fontAlgn="base">
              <ns1:spcBef>
                <ns1:spcPct val="0"/>
              </ns1:spcBef>
              <ns1:spcAft>
                <ns1:spcPct val="0"/>
              </ns1:spcAft>
              <ns1:defRPr>
                <ns1:latin typeface="Arial" panose="020B0604020202020204" pitchFamily="34" charset="0"/>
                <ns1:ea typeface="宋体" panose="02010600030101010101" pitchFamily="2" charset="-122"/>
              </ns1:defRPr>
            </ns1:lvl9pPr>
          </ns1:lstStyle>
          <ns1:p>
            <ns1:r>
              <ns1:rPr lang="zh-CN" altLang="en-US" sz="2700" dirty="0">
                <ns1:sym typeface="微软雅黑" panose="020B0503020204020204" pitchFamily="34" charset="-122"/>
              </ns1:rPr>
              <ns1:t>说明 </ns1:t>
            </ns1:r>
            <ns1:r>
              <ns1:rPr lang="en-US" altLang="zh-CN" sz="2700" dirty="0">
                <ns1:sym typeface="微软雅黑" panose="020B0503020204020204" pitchFamily="34" charset="-122"/>
              </ns1:rPr>
              <ns1:t>| ADMIN</ns1:t>
            </ns1:r>
            <ns1:endParaRPr lang="en-US" altLang="zh-CN" sz="2700" dirty="0">
              <ns1:sym typeface="微软雅黑" panose="020B0503020204020204" pitchFamily="34" charset="-122"/>
            </ns1:endParaRPr>
          </ns1:p>
        </ns0:txBody>
      </ns0:sp>
      <ns0:pic>
        <ns0:nvPicPr>
          <ns0:cNvPr id="8" name="图片 7"/>
          <ns0:cNvPicPr/>
          <ns0:nvPr/>
        </ns0:nvPicPr>
        <ns0:blipFill>
          <ns1:blip ns2:embed="rId2" cstate="print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7429500" y="619125"/>
            <ns1:ext cx="1047750" cy="1047750"/>
          </ns1:xfrm>
          <ns1:prstGeom prst="rect">
            <ns1:avLst/>
          </ns1:prstGeom>
        </ns0:spPr>
      </ns0:pic>
      <ns0:sp>
        <ns0:nvSpPr>
          <ns0:cNvPr id="5" name="矩形 4"/>
          <ns0:cNvSpPr/>
          <ns0:nvPr/>
        </ns0:nvSpPr>
        <ns0:spPr>
          <ns1:xfrm>
            <ns1:off x="4540271" y="3008072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2</ns1:t>
            </ns1:r>
            <ns1:endParaRPr lang="zh-CN" altLang="en-US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7" name="矩形 6"/>
          <ns0:cNvSpPr/>
          <ns0:nvPr/>
        </ns0:nvSpPr>
        <ns0:spPr>
          <ns1:xfrm>
            <ns1:off x="4887372" y="2977450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操作员无需维护岗位、指令库和账号信息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3" name="矩形 22"/>
          <ns0:cNvSpPr/>
          <ns0:nvPr/>
        </ns0:nvSpPr>
        <ns0:spPr>
          <ns1:xfrm>
            <ns1:off x="4540271" y="3371453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3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7" name="矩形 26"/>
          <ns0:cNvSpPr/>
          <ns0:nvPr/>
        </ns0:nvSpPr>
        <ns0:spPr>
          <ns1:xfrm>
            <ns1:off x="4540270" y="3747678"/>
            <ns1:ext cx="237601" cy="237601"/>
          </ns1:xfrm>
          <ns1:prstGeom prst="rect">
            <ns1:avLst/>
          </ns1:prstGeom>
          <ns1:solidFill>
            <ns1:schemeClr val="tx1">
              <ns1:lumMod val="50000"/>
              <ns1:lumOff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 dirty="0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4</ns1:t>
            </ns1:r>
            <ns1:endParaRPr lang="en-US" altLang="zh-CN" sz="1500" b="1" dirty="0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3" name="矩形 32"/>
          <ns0:cNvSpPr/>
          <ns0:nvPr/>
        </ns0:nvSpPr>
        <ns0:spPr>
          <ns1:xfrm>
            <ns1:off x="4887372" y="3329281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如需新增操作员、调整岗位权限或维护指令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34" name="矩形 33"/>
          <ns0:cNvSpPr/>
          <ns0:nvPr/>
        </ns0:nvSpPr>
        <ns0:spPr>
          <ns1:xfrm>
            <ns1:off x="4887372" y="370550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请联系管理员在后台完成</ns1:t>
            </ns1:r>
            <ns1:endParaRPr lang="zh-CN" altLang="en-US" sz="1500" b="1" dirty="0">
              <ns1:solidFill>
                <ns1:schemeClr val="tx1">
                  <ns1:lumMod val="50000"/>
                  <ns1:lumOff val="50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2" name="矩形 1"/>
          <ns0:cNvSpPr/>
          <ns0:nvPr/>
        </ns0:nvSpPr>
        <ns0:spPr>
          <ns1:xfrm>
            <ns1:off x="4540270" y="4163603"/>
            <ns1:ext cx="237601" cy="237601"/>
          </ns1:xfrm>
          <ns1:prstGeom prst="rect">
            <ns1:avLst/>
          </ns1:prstGeom>
          <ns1:solidFill>
            <ns1:schemeClr val="accent1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vertOverflow="overflow" horzOverflow="overflow" vert="horz" wrap="square" numCol="1" spcCol="0" rtlCol="0" fromWordArt="0" anchor="ctr" anchorCtr="0" forceAA="0" compatLnSpc="1">
            <ns1:noAutofit/>
          </ns1:bodyPr>
          <ns1:lstStyle/>
          <ns1:p>
            <ns1:pPr lvl="0" algn="ctr">
              <ns1:buClrTx/>
              <ns1:buSzTx/>
              <ns1:buFontTx/>
            </ns1:pPr>
            <ns1:r>
              <ns1:rPr lang="en-US" altLang="zh-CN" sz="1500" b="1"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5</ns1:t>
            </ns1:r>
            <ns1:endParaRPr lang="en-US" altLang="zh-CN" sz="1500" b="1"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4" name="矩形 3"/>
          <ns0:cNvSpPr/>
          <ns0:nvPr/>
        </ns0:nvSpPr>
        <ns0:spPr>
          <ns1:xfrm>
            <ns1:off x="4887372" y="4121430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accent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日常使用</ns1:t>
            </ns1:r>
            <ns1:endParaRPr lang="zh-CN" altLang="en-US" sz="1500" b="1" dirty="0">
              <ns1:solidFill>
                <ns1:schemeClr val="accent1"/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  <ns0:sp>
        <ns0:nvSpPr>
          <ns0:cNvPr id="9" name="矩形 8"/>
          <ns0:cNvSpPr/>
          <ns0:nvPr/>
        </ns0:nvSpPr>
        <ns0:spPr>
          <ns1:xfrm>
            <ns1:off x="4898167" y="2593275"/>
            <ns1:ext cx="4039856" cy="321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algn="l">
              <ns1:buClrTx/>
              <ns1:buSzTx/>
              <ns1:buFontTx/>
            </ns1:pPr>
            <ns1:r>
              <ns1:rPr lang="zh-CN" altLang="en-US" sz="1500" b="1" dirty="0">
                <ns1:solidFill>
                  <ns1:schemeClr val="tx1">
                    <ns1:lumMod val="50000"/>
                    <ns1:lumOff val="50000"/>
                  </ns1:schemeClr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sym typeface="微软雅黑" panose="020B0503020204020204" pitchFamily="34" charset="-122"/>
              </ns1:rPr>
              <ns1:t>仍以主页采集和日志查询为主</ns1:t>
            </ns1:r>
            <ns1:endParaRPr lang="zh-CN" altLang="en-US" sz="1500" b="1" dirty="0">
              <ns1:solidFill>
                <ns1:schemeClr val="accent1"/>
              </ns1:solidFill>
              <ns1:latin typeface="微软雅黑" panose="020B0503020204020204" pitchFamily="34" charset="-122"/>
              <ns1:ea typeface="微软雅黑" panose="020B0503020204020204" pitchFamily="34" charset="-122"/>
              <ns1:sym typeface="微软雅黑" panose="020B0503020204020204" pitchFamily="34" charset="-122"/>
            </ns1:endParaRPr>
          </ns1:p>
        </ns0:txBody>
      </ns0:sp>
    </ns0:spTree>
  </ns0:cSld>
  <ns0:clrMapOvr>
    <ns1:masterClrMapping/>
  </ns0:clrMapOvr>
  <ns4:AlternateContent>
    <ns4:Choice Requires="p14">
      <ns0:transition spd="med" ns5:dur="700">
        <ns0:fade/>
      </ns0:transition>
    </ns4:Choice>
    <ns4:Fallback>
      <ns0:transition spd="med">
        <ns0:fade/>
      </ns0:transition>
    </ns4:Fallback>
  </ns4:AlternateContent>
</ns0:sld>
</file>

<file path=ppt/slides/slide23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文本框 7"/>
          <ns0:cNvSpPr txBox="1"/>
          <ns0:nvPr/>
        </ns0:nvSpPr>
        <ns0:spPr>
          <ns1:xfrm>
            <ns1:off x="135003" y="81000"/>
            <ns1:ext cx="6389895" cy="553085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defTabSz="685800"/>
            <ns1:r>
              <ns1:rPr kumimoji="1" lang="en-US" alt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7 </ns1:t>
            </ns1:r>
            <ns1:r>
              <ns1:rPr kumimoji="1" lang="zh-CN" b="1" dirty="0">
                <ns1:solidFill>
                  <ns1:srgbClr val="2E67C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培训总结</ns1:t>
            </ns1:r>
            <ns1:endParaRPr kumimoji="1" lang="en-US" altLang="zh-CN" b="1" dirty="0">
              <ns1:solidFill>
                <ns1:srgbClr val="2E67C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defTabSz="685800"/>
            <ns1:endParaRPr lang="en-US" altLang="zh-CN" sz="1200" b="1" dirty="0">
              <ns1:solidFill>
                <ns1:srgbClr val="3D68B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10" name="文本框 9"/>
          <ns0:cNvSpPr txBox="1"/>
          <ns0:nvPr/>
        </ns0:nvSpPr>
        <ns0:spPr>
          <ns1:xfrm>
            <ns1:off x="552450" y="823595"/>
            <ns1:ext cx="7211695" cy="3938270"/>
          </ns1:xfrm>
          <ns1:prstGeom prst="rect">
            <ns1:avLst/>
          </ns1:prstGeom>
          <ns1:noFill/>
        </ns0:spPr>
        <ns0:txBody>
          <ns1:bodyPr wrap="square" rtlCol="0" anchor="t">
            <ns1:spAutoFit/>
          </ns1:bodyPr>
          <ns1:lstStyle/>
          <ns1:p>
            <ns1:pPr marL="0" indent="26670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1600" b="1"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培训完成后应掌握</ns1:t>
            </ns1:r>
            <ns1:endParaRPr lang="zh-CN" altLang="en-US" sz="1600" b="1"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marL="0" indent="26670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1.</ns1:t>
            </ns1:r>
            <ns1:r>
              <ns1:rPr lang="en-US" altLang="zh-CN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开机与进入主页</ns1:t>
            </ns1:r>
            <ns1:r>
              <ns1:rPr lang="zh-CN" altLang="en-US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：会检查设备状态并进入正确页面。</ns1:t>
            </ns1:r>
            <ns1:endParaRPr lang="zh-CN" altLang="en-US" sz="1600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marL="0" indent="26670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</ns1:pPr>
            <ns1:endParaRPr lang="zh-CN" altLang="en-US" sz="1600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marL="0" indent="26670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1600" b="1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2.</ns1:t>
            </ns1:r>
            <ns1:endParaRPr lang="zh-CN" altLang="en-US" sz="1600" b="1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marL="285750" indent="-28575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  <ns1:buFont typeface="Wingdings" panose="05000000000000000000" charset="0"/>
              <ns1:buChar char="u"/>
            </ns1:pPr>
            <ns1:r>
              <ns1:rPr lang="zh-CN" altLang="en-US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启动与停止采集：知道何时开始、何时结束。</ns1:t>
            </ns1:r>
            <ns1:endParaRPr lang="zh-CN" altLang="en-US" sz="1600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marL="0" indent="26670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</ns1:pPr>
            <ns1:endParaRPr lang="en-US" altLang="zh-CN" sz="1600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marL="285750" indent="-28575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  <ns1:buFont typeface="Wingdings" panose="05000000000000000000" charset="0"/>
              <ns1:buChar char="u"/>
            </ns1:pPr>
            <ns1:r>
              <ns1:rPr lang="zh-CN" altLang="en-US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3.</ns1:t>
            </ns1:r>
            <ns1:r>
              <ns1:rPr lang="en-US" altLang="zh-CN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识别结果判断：能看懂转写、主说话人、指令命中和转发状态。</ns1:t>
            </ns1:r>
            <ns1:r>
              <ns1:rPr lang="zh-CN" altLang="en-US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4.</ns1:t>
            </ns1:r>
            <ns1:r>
              <ns1:rPr lang="en-US" altLang="zh-CN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异常处理：遇到无转写、未知说话人、转发失败时知道先查什么。</ns1:t>
            </ns1:r>
            <ns1:r>
              <ns1:rPr lang="zh-CN" altLang="en-US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5.</ns1:t>
            </ns1:r>
            <ns1:endParaRPr lang="zh-CN" altLang="en-US" sz="1600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marL="0" indent="26670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</ns1:pPr>
            <ns1:endParaRPr lang="zh-CN" altLang="en-US" sz="1600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marL="0" indent="26670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1600" b="1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日常维护</ns1:t>
            </ns1:r>
            <ns1:endParaRPr lang="zh-CN" altLang="en-US" sz="1600" b="1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  <ns1:p>
            <ns1:pPr marL="0" indent="266700" algn="just" defTabSz="266700">
              <ns1:lnSpc>
                <ns1:spcPts val="2000"/>
              </ns1:lnSpc>
              <ns1:spcBef>
                <ns1:spcPct val="0"/>
              </ns1:spcBef>
              <ns1:spcAft>
                <ns1:spcPct val="0"/>
              </ns1:spcAft>
            </ns1:pPr>
            <ns1:r>
              <ns1:rPr lang="zh-CN" altLang="en-US" sz="1600">
                <ns1:solidFill>
                  <ns1:schemeClr val="tx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  <ns1:sym typeface="+mn-ea"/>
              </ns1:rPr>
              <ns1:t>：会做基本检查，并在需要时查询日志或上报管理员。</ns1:t>
            </ns1:r>
            <ns1:endParaRPr lang="zh-CN" altLang="en-US" sz="1600">
              <ns1:solidFill>
                <ns1:schemeClr val="tx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  <ns1:sym typeface="+mn-ea"/>
            </ns1:endParaRPr>
          </ns1:p>
        </ns0:txBody>
      </ns0:sp>
    </ns0:spTree>
  </ns0:cSld>
  <ns0:clrMapOvr>
    <ns1:masterClrMapping/>
  </ns0:clrMapOvr>
  <ns2:AlternateContent>
    <ns2:Choice Requires="p14">
      <ns0:transition spd="slow" ns3:dur="2000" advTm="22878"/>
    </ns2:Choice>
    <ns2:Fallback>
      <ns0:transition spd="slow" advTm="22878"/>
    </ns2:Fallback>
  </ns2:AlternateContent>
</ns0:sld>
</file>

<file path=ppt/slides/slide2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8" name="图片 7" descr="PPT-02.jpg"/>
          <ns0:cNvPicPr>
            <ns1:picLocks noChangeAspect="1"/>
          </ns0:cNvPicPr>
          <ns0:nvPr/>
        </ns0:nvPicPr>
        <ns0:blipFill>
          <ns1:blip ns2:embed="rId1">
            <ns1:extLst>
              <ns1:ext uri="{28A0092B-C50C-407E-A947-70E740481C1C}">
                <ns3:useLocalDpi val="0"/>
              </ns1:ext>
            </ns1:extLst>
          </ns1:blip>
          <ns1:stretch>
            <ns1:fillRect/>
          </ns1:stretch>
        </ns0:blipFill>
        <ns0:spPr>
          <ns1:xfrm>
            <ns1:off x="-1" y="1"/>
            <ns1:ext cx="9235440" cy="5199553"/>
          </ns1:xfrm>
          <ns1:prstGeom prst="rect">
            <ns1:avLst/>
          </ns1:prstGeom>
        </ns0:spPr>
      </ns0:pic>
      <ns0:sp>
        <ns0:nvSpPr>
          <ns0:cNvPr id="9" name="标题 1"/>
          <ns0:cNvSpPr txBox="1"/>
          <ns0:nvPr/>
        </ns0:nvSpPr>
        <ns0:spPr>
          <ns1:xfrm>
            <ns1:off x="685800" y="1962945"/>
            <ns1:ext cx="7772400" cy="1102519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>
            <ns1:lvl1pPr algn="ctr" defTabSz="457200" rtl="0" eaLnBrk="1" latinLnBrk="0" hangingPunct="1">
              <ns1:spcBef>
                <ns1:spcPct val="0"/>
              </ns1:spcBef>
              <ns1:buNone/>
              <ns1:defRPr sz="4400" kern="1200">
                <ns1:solidFill>
                  <ns1:schemeClr val="tx1"/>
                </ns1:solidFill>
                <ns1:latin typeface="+mj-lt"/>
                <ns1:ea typeface="+mj-ea"/>
                <ns1:cs typeface="+mj-cs"/>
              </ns1:defRPr>
            </ns1:lvl1pPr>
          </ns1:lstStyle>
          <ns1:p>
            <ns1:r>
              <ns1:rPr kumimoji="1" lang="zh-CN" altLang="en-US" sz="60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Source Han Sans CN Bold Bold"/>
              </ns1:rPr>
              <ns1:t>培训结束，按标准流程操作即可</ns1:t>
            </ns1:r>
            <ns1:endParaRPr kumimoji="1" lang="zh-CN" altLang="en-US" sz="60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Source Han Sans CN Bold Bold"/>
            </ns1:endParaRPr>
          </ns1:p>
        </ns0:txBody>
      </ns0:sp>
    </ns0:spTree>
  </ns0:cSld>
  <ns0:clrMapOvr>
    <ns1:masterClrMapping/>
  </ns0:clrMapOvr>
</ns0:sld>
</file>

<file path=ppt/tags/tag1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2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3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4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5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6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7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8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9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10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11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12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3.xml><?xml version="1.0" encoding="utf-8"?>
<ds:datastoreItem xmlns:ds="http://schemas.openxmlformats.org/officeDocument/2006/customXml" ds:itemID="{E4214858-785C-42F7-BE66-6D0E79395FC8}">
  <ds:schemaRefs/>
</ds:datastoreItem>
</file>

<file path=customXml/itemProps14.xml><?xml version="1.0" encoding="utf-8"?>
<ds:datastoreItem xmlns:ds="http://schemas.openxmlformats.org/officeDocument/2006/customXml" ds:itemID="{7B6F2769-7194-4217-93D3-3AF3A4742282}">
  <ds:schemaRefs/>
</ds:datastoreItem>
</file>

<file path=customXml/itemProps15.xml><?xml version="1.0" encoding="utf-8"?>
<ds:datastoreItem xmlns:ds="http://schemas.openxmlformats.org/officeDocument/2006/customXml" ds:itemID="{87D2A1B0-FF3E-4009-940D-AED0EB70AA2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0</TotalTime>
  <Words>1924</Words>
  <Application>WPS 演示</Application>
  <PresentationFormat>全屏显示(16:9)</PresentationFormat>
  <Paragraphs>305</Paragraphs>
  <Slides>24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1" baseType="lpstr">
      <vt:lpstr>Arial</vt:lpstr>
      <vt:lpstr>宋体</vt:lpstr>
      <vt:lpstr>Wingdings</vt:lpstr>
      <vt:lpstr>Arial</vt:lpstr>
      <vt:lpstr>微软雅黑</vt:lpstr>
      <vt:lpstr>Times New Roman</vt:lpstr>
      <vt:lpstr>等线</vt:lpstr>
      <vt:lpstr>Times New Roman</vt:lpstr>
      <vt:lpstr>Calibri</vt:lpstr>
      <vt:lpstr>Arial Unicode MS</vt:lpstr>
      <vt:lpstr>Wingdings</vt:lpstr>
      <vt:lpstr>Source Han Sans CN Bold Bold</vt:lpstr>
      <vt:lpstr>Segoe Print</vt:lpstr>
      <vt:lpstr>Source Han Sans CN Bold Bold</vt:lpstr>
      <vt:lpstr>Wonder Sans Bold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王业不偏安</cp:lastModifiedBy>
  <cp:revision>636</cp:revision>
  <dcterms:created xsi:type="dcterms:W3CDTF">2010-04-12T23:12:00Z</dcterms:created>
  <dcterms:modified xsi:type="dcterms:W3CDTF">2026-03-09T12:59:44Z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ICV">
    <vt:lpwstr>FD2D6EB3D12E4EC08B21208CFA376D86_12</vt:lpwstr>
  </property>
  <property fmtid="{D5CDD505-2E9C-101B-9397-08002B2CF9AE}" pid="4" name="KSOProductBuildVer">
    <vt:lpwstr>2052-12.1.0.25225</vt:lpwstr>
  </property>
</Properties>
</file>